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7B7"/>
    <a:srgbClr val="1E293B"/>
    <a:srgbClr val="F43F5E"/>
    <a:srgbClr val="A7F3D0"/>
    <a:srgbClr val="FCA5A5"/>
    <a:srgbClr val="0B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37E03-A8A8-4D6E-9BFB-A6A2C53F5D4E}" v="97" dt="2026-06-30T20:53:23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leydson Meirelles Da Silva" userId="5f03311383a48b4f" providerId="LiveId" clId="{E1B08F3A-3761-4B97-B502-49F06A7C553D}"/>
    <pc:docChg chg="undo custSel addSld delSld modSld sldOrd">
      <pc:chgData name="Glleydson Meirelles Da Silva" userId="5f03311383a48b4f" providerId="LiveId" clId="{E1B08F3A-3761-4B97-B502-49F06A7C553D}" dt="2026-06-30T20:58:51.618" v="1112" actId="6549"/>
      <pc:docMkLst>
        <pc:docMk/>
      </pc:docMkLst>
      <pc:sldChg chg="modSp mod">
        <pc:chgData name="Glleydson Meirelles Da Silva" userId="5f03311383a48b4f" providerId="LiveId" clId="{E1B08F3A-3761-4B97-B502-49F06A7C553D}" dt="2026-06-30T20:58:51.618" v="1112" actId="6549"/>
        <pc:sldMkLst>
          <pc:docMk/>
          <pc:sldMk cId="0" sldId="256"/>
        </pc:sldMkLst>
        <pc:spChg chg="mod">
          <ac:chgData name="Glleydson Meirelles Da Silva" userId="5f03311383a48b4f" providerId="LiveId" clId="{E1B08F3A-3761-4B97-B502-49F06A7C553D}" dt="2026-06-30T16:54:00.838" v="76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20:58:51.618" v="1112" actId="6549"/>
          <ac:spMkLst>
            <pc:docMk/>
            <pc:sldMk cId="0" sldId="256"/>
            <ac:spMk id="3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16:47:48.787" v="74" actId="1076"/>
          <ac:spMkLst>
            <pc:docMk/>
            <pc:sldMk cId="0" sldId="256"/>
            <ac:spMk id="6" creationId="{D6F5F183-615F-FE80-09C1-7DA7E6FFC54B}"/>
          </ac:spMkLst>
        </pc:spChg>
      </pc:sldChg>
      <pc:sldChg chg="addSp delSp modSp mod">
        <pc:chgData name="Glleydson Meirelles Da Silva" userId="5f03311383a48b4f" providerId="LiveId" clId="{E1B08F3A-3761-4B97-B502-49F06A7C553D}" dt="2026-06-30T18:21:03.643" v="228" actId="208"/>
        <pc:sldMkLst>
          <pc:docMk/>
          <pc:sldMk cId="0" sldId="257"/>
        </pc:sldMkLst>
        <pc:spChg chg="mod">
          <ac:chgData name="Glleydson Meirelles Da Silva" userId="5f03311383a48b4f" providerId="LiveId" clId="{E1B08F3A-3761-4B97-B502-49F06A7C553D}" dt="2026-06-30T16:45:01.598" v="2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16:59:57.343" v="82" actId="123"/>
          <ac:spMkLst>
            <pc:docMk/>
            <pc:sldMk cId="0" sldId="257"/>
            <ac:spMk id="5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18:21:03.643" v="228" actId="20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Glleydson Meirelles Da Silva" userId="5f03311383a48b4f" providerId="LiveId" clId="{E1B08F3A-3761-4B97-B502-49F06A7C553D}" dt="2026-06-30T16:43:15.842" v="1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16:46:13.836" v="33" actId="113"/>
          <ac:spMkLst>
            <pc:docMk/>
            <pc:sldMk cId="0" sldId="257"/>
            <ac:spMk id="8" creationId="{3B26E5E3-F2EA-68A8-5593-3BCE1CC19B19}"/>
          </ac:spMkLst>
        </pc:spChg>
      </pc:sldChg>
      <pc:sldChg chg="addSp delSp modSp mod">
        <pc:chgData name="Glleydson Meirelles Da Silva" userId="5f03311383a48b4f" providerId="LiveId" clId="{E1B08F3A-3761-4B97-B502-49F06A7C553D}" dt="2026-06-30T20:46:11.219" v="1054" actId="207"/>
        <pc:sldMkLst>
          <pc:docMk/>
          <pc:sldMk cId="0" sldId="258"/>
        </pc:sldMkLst>
        <pc:spChg chg="mod">
          <ac:chgData name="Glleydson Meirelles Da Silva" userId="5f03311383a48b4f" providerId="LiveId" clId="{E1B08F3A-3761-4B97-B502-49F06A7C553D}" dt="2026-06-30T20:46:11.219" v="1054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20:45:10.309" v="1053" actId="207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Glleydson Meirelles Da Silva" userId="5f03311383a48b4f" providerId="LiveId" clId="{E1B08F3A-3761-4B97-B502-49F06A7C553D}" dt="2026-06-30T17:14:30.922" v="130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17:08:04.290" v="97" actId="767"/>
          <ac:spMkLst>
            <pc:docMk/>
            <pc:sldMk cId="0" sldId="258"/>
            <ac:spMk id="8" creationId="{F93D85B3-48F1-1531-4299-5B0261399B48}"/>
          </ac:spMkLst>
        </pc:spChg>
        <pc:spChg chg="add del mod">
          <ac:chgData name="Glleydson Meirelles Da Silva" userId="5f03311383a48b4f" providerId="LiveId" clId="{E1B08F3A-3761-4B97-B502-49F06A7C553D}" dt="2026-06-30T17:08:41.668" v="101"/>
          <ac:spMkLst>
            <pc:docMk/>
            <pc:sldMk cId="0" sldId="258"/>
            <ac:spMk id="9" creationId="{15733429-4E85-8A03-5170-D55F915FDC75}"/>
          </ac:spMkLst>
        </pc:spChg>
        <pc:spChg chg="add mod">
          <ac:chgData name="Glleydson Meirelles Da Silva" userId="5f03311383a48b4f" providerId="LiveId" clId="{E1B08F3A-3761-4B97-B502-49F06A7C553D}" dt="2026-06-30T19:41:52.014" v="843" actId="1076"/>
          <ac:spMkLst>
            <pc:docMk/>
            <pc:sldMk cId="0" sldId="258"/>
            <ac:spMk id="16" creationId="{DB055C23-4AF9-BD76-9B31-20807AC54946}"/>
          </ac:spMkLst>
        </pc:spChg>
        <pc:picChg chg="add del mod">
          <ac:chgData name="Glleydson Meirelles Da Silva" userId="5f03311383a48b4f" providerId="LiveId" clId="{E1B08F3A-3761-4B97-B502-49F06A7C553D}" dt="2026-06-30T17:14:30.922" v="128" actId="478"/>
          <ac:picMkLst>
            <pc:docMk/>
            <pc:sldMk cId="0" sldId="258"/>
            <ac:picMk id="11" creationId="{0EF78771-20B3-A59C-F8F0-68E6A49BFDF2}"/>
          </ac:picMkLst>
        </pc:picChg>
        <pc:picChg chg="add mod">
          <ac:chgData name="Glleydson Meirelles Da Silva" userId="5f03311383a48b4f" providerId="LiveId" clId="{E1B08F3A-3761-4B97-B502-49F06A7C553D}" dt="2026-06-30T20:43:34.695" v="1041" actId="208"/>
          <ac:picMkLst>
            <pc:docMk/>
            <pc:sldMk cId="0" sldId="258"/>
            <ac:picMk id="13" creationId="{7A1CEC0F-1578-0EBE-5A24-E74823BB5B0E}"/>
          </ac:picMkLst>
        </pc:picChg>
        <pc:picChg chg="add mod">
          <ac:chgData name="Glleydson Meirelles Da Silva" userId="5f03311383a48b4f" providerId="LiveId" clId="{E1B08F3A-3761-4B97-B502-49F06A7C553D}" dt="2026-06-30T18:10:18.201" v="176" actId="1076"/>
          <ac:picMkLst>
            <pc:docMk/>
            <pc:sldMk cId="0" sldId="258"/>
            <ac:picMk id="15" creationId="{243E17C5-1848-58CA-0E76-B45FF451ED14}"/>
          </ac:picMkLst>
        </pc:picChg>
      </pc:sldChg>
      <pc:sldChg chg="addSp delSp modSp mod">
        <pc:chgData name="Glleydson Meirelles Da Silva" userId="5f03311383a48b4f" providerId="LiveId" clId="{E1B08F3A-3761-4B97-B502-49F06A7C553D}" dt="2026-06-30T18:31:00.560" v="272" actId="1076"/>
        <pc:sldMkLst>
          <pc:docMk/>
          <pc:sldMk cId="0" sldId="259"/>
        </pc:sldMkLst>
        <pc:spChg chg="mod">
          <ac:chgData name="Glleydson Meirelles Da Silva" userId="5f03311383a48b4f" providerId="LiveId" clId="{E1B08F3A-3761-4B97-B502-49F06A7C553D}" dt="2026-06-30T18:12:59.341" v="193" actId="1076"/>
          <ac:spMkLst>
            <pc:docMk/>
            <pc:sldMk cId="0" sldId="259"/>
            <ac:spMk id="4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12:49.079" v="188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18:31:00.560" v="272" actId="1076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Glleydson Meirelles Da Silva" userId="5f03311383a48b4f" providerId="LiveId" clId="{E1B08F3A-3761-4B97-B502-49F06A7C553D}" dt="2026-06-30T18:14:21.130" v="200" actId="478"/>
          <ac:spMkLst>
            <pc:docMk/>
            <pc:sldMk cId="0" sldId="259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18:23:12.251" v="238" actId="1076"/>
          <ac:spMkLst>
            <pc:docMk/>
            <pc:sldMk cId="0" sldId="259"/>
            <ac:spMk id="10" creationId="{C3682B7D-5D1E-69C0-37B9-C793A1C8B403}"/>
          </ac:spMkLst>
        </pc:spChg>
        <pc:picChg chg="add mod">
          <ac:chgData name="Glleydson Meirelles Da Silva" userId="5f03311383a48b4f" providerId="LiveId" clId="{E1B08F3A-3761-4B97-B502-49F06A7C553D}" dt="2026-06-30T18:13:01.574" v="194" actId="1076"/>
          <ac:picMkLst>
            <pc:docMk/>
            <pc:sldMk cId="0" sldId="259"/>
            <ac:picMk id="9" creationId="{C2BA110E-E961-0F7C-BB29-899045E4BEEC}"/>
          </ac:picMkLst>
        </pc:picChg>
      </pc:sldChg>
      <pc:sldChg chg="addSp delSp modSp mod">
        <pc:chgData name="Glleydson Meirelles Da Silva" userId="5f03311383a48b4f" providerId="LiveId" clId="{E1B08F3A-3761-4B97-B502-49F06A7C553D}" dt="2026-06-30T20:17:14.589" v="958" actId="1076"/>
        <pc:sldMkLst>
          <pc:docMk/>
          <pc:sldMk cId="0" sldId="260"/>
        </pc:sldMkLst>
        <pc:spChg chg="mod">
          <ac:chgData name="Glleydson Meirelles Da Silva" userId="5f03311383a48b4f" providerId="LiveId" clId="{E1B08F3A-3761-4B97-B502-49F06A7C553D}" dt="2026-06-30T18:25:08.267" v="241"/>
          <ac:spMkLst>
            <pc:docMk/>
            <pc:sldMk cId="0" sldId="260"/>
            <ac:spMk id="4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24:31.761" v="23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24:31.761" v="239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24:35.997" v="240" actId="478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20:17:14.589" v="958" actId="1076"/>
          <ac:spMkLst>
            <pc:docMk/>
            <pc:sldMk cId="0" sldId="260"/>
            <ac:spMk id="8" creationId="{8958428B-186A-D91E-094B-328374B2C489}"/>
          </ac:spMkLst>
        </pc:spChg>
        <pc:spChg chg="add mod">
          <ac:chgData name="Glleydson Meirelles Da Silva" userId="5f03311383a48b4f" providerId="LiveId" clId="{E1B08F3A-3761-4B97-B502-49F06A7C553D}" dt="2026-06-30T18:27:50.750" v="261" actId="14100"/>
          <ac:spMkLst>
            <pc:docMk/>
            <pc:sldMk cId="0" sldId="260"/>
            <ac:spMk id="17" creationId="{40A82341-1EFB-8FE5-0389-B6E7B90DC2A0}"/>
          </ac:spMkLst>
        </pc:spChg>
        <pc:picChg chg="add mod">
          <ac:chgData name="Glleydson Meirelles Da Silva" userId="5f03311383a48b4f" providerId="LiveId" clId="{E1B08F3A-3761-4B97-B502-49F06A7C553D}" dt="2026-06-30T20:16:19.473" v="945" actId="14100"/>
          <ac:picMkLst>
            <pc:docMk/>
            <pc:sldMk cId="0" sldId="260"/>
            <ac:picMk id="10" creationId="{2FFCC7E5-CB7B-9234-65AA-1D6525E71237}"/>
          </ac:picMkLst>
        </pc:picChg>
        <pc:picChg chg="add mod">
          <ac:chgData name="Glleydson Meirelles Da Silva" userId="5f03311383a48b4f" providerId="LiveId" clId="{E1B08F3A-3761-4B97-B502-49F06A7C553D}" dt="2026-06-30T20:16:27.591" v="947" actId="1076"/>
          <ac:picMkLst>
            <pc:docMk/>
            <pc:sldMk cId="0" sldId="260"/>
            <ac:picMk id="12" creationId="{08E917CF-A016-3AF4-5E73-53BEA5C6922F}"/>
          </ac:picMkLst>
        </pc:picChg>
        <pc:picChg chg="add mod">
          <ac:chgData name="Glleydson Meirelles Da Silva" userId="5f03311383a48b4f" providerId="LiveId" clId="{E1B08F3A-3761-4B97-B502-49F06A7C553D}" dt="2026-06-30T20:16:42.351" v="952" actId="14100"/>
          <ac:picMkLst>
            <pc:docMk/>
            <pc:sldMk cId="0" sldId="260"/>
            <ac:picMk id="14" creationId="{5B6E70A2-F055-E416-11E5-E00D9E0661E9}"/>
          </ac:picMkLst>
        </pc:picChg>
        <pc:picChg chg="add mod">
          <ac:chgData name="Glleydson Meirelles Da Silva" userId="5f03311383a48b4f" providerId="LiveId" clId="{E1B08F3A-3761-4B97-B502-49F06A7C553D}" dt="2026-06-30T20:16:54.821" v="955" actId="14100"/>
          <ac:picMkLst>
            <pc:docMk/>
            <pc:sldMk cId="0" sldId="260"/>
            <ac:picMk id="16" creationId="{2B03D813-2542-5B41-E746-F971C0AD0A35}"/>
          </ac:picMkLst>
        </pc:picChg>
      </pc:sldChg>
      <pc:sldChg chg="addSp delSp modSp mod">
        <pc:chgData name="Glleydson Meirelles Da Silva" userId="5f03311383a48b4f" providerId="LiveId" clId="{E1B08F3A-3761-4B97-B502-49F06A7C553D}" dt="2026-06-30T18:34:02.029" v="291" actId="1076"/>
        <pc:sldMkLst>
          <pc:docMk/>
          <pc:sldMk cId="0" sldId="261"/>
        </pc:sldMkLst>
        <pc:spChg chg="mod">
          <ac:chgData name="Glleydson Meirelles Da Silva" userId="5f03311383a48b4f" providerId="LiveId" clId="{E1B08F3A-3761-4B97-B502-49F06A7C553D}" dt="2026-06-30T18:33:36.340" v="28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18:29:34.275" v="269" actId="20577"/>
          <ac:spMkLst>
            <pc:docMk/>
            <pc:sldMk cId="0" sldId="261"/>
            <ac:spMk id="4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28:43.756" v="263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28:46.904" v="264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8:28:43.756" v="263" actId="478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18:32:12.528" v="281" actId="1076"/>
          <ac:spMkLst>
            <pc:docMk/>
            <pc:sldMk cId="0" sldId="261"/>
            <ac:spMk id="10" creationId="{52403FCF-8EBF-DB98-5620-DD3E6D7A9E08}"/>
          </ac:spMkLst>
        </pc:spChg>
        <pc:spChg chg="add mod">
          <ac:chgData name="Glleydson Meirelles Da Silva" userId="5f03311383a48b4f" providerId="LiveId" clId="{E1B08F3A-3761-4B97-B502-49F06A7C553D}" dt="2026-06-30T18:34:02.029" v="291" actId="1076"/>
          <ac:spMkLst>
            <pc:docMk/>
            <pc:sldMk cId="0" sldId="261"/>
            <ac:spMk id="11" creationId="{5D257CF7-13A9-0D98-8719-0C00C05FC3EE}"/>
          </ac:spMkLst>
        </pc:spChg>
        <pc:picChg chg="add mod">
          <ac:chgData name="Glleydson Meirelles Da Silva" userId="5f03311383a48b4f" providerId="LiveId" clId="{E1B08F3A-3761-4B97-B502-49F06A7C553D}" dt="2026-06-30T18:32:20.378" v="283" actId="14100"/>
          <ac:picMkLst>
            <pc:docMk/>
            <pc:sldMk cId="0" sldId="261"/>
            <ac:picMk id="9" creationId="{27264329-153A-E8D3-524C-63B33944C242}"/>
          </ac:picMkLst>
        </pc:picChg>
      </pc:sldChg>
      <pc:sldChg chg="addSp delSp modSp mod">
        <pc:chgData name="Glleydson Meirelles Da Silva" userId="5f03311383a48b4f" providerId="LiveId" clId="{E1B08F3A-3761-4B97-B502-49F06A7C553D}" dt="2026-06-30T20:56:07.501" v="1109" actId="20577"/>
        <pc:sldMkLst>
          <pc:docMk/>
          <pc:sldMk cId="0" sldId="262"/>
        </pc:sldMkLst>
        <pc:spChg chg="mod">
          <ac:chgData name="Glleydson Meirelles Da Silva" userId="5f03311383a48b4f" providerId="LiveId" clId="{E1B08F3A-3761-4B97-B502-49F06A7C553D}" dt="2026-06-30T20:56:07.501" v="1109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19:41:15.032" v="836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20:49:10.226" v="1067" actId="1582"/>
          <ac:spMkLst>
            <pc:docMk/>
            <pc:sldMk cId="0" sldId="262"/>
            <ac:spMk id="6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19:39:05.618" v="805" actId="21"/>
          <ac:spMkLst>
            <pc:docMk/>
            <pc:sldMk cId="0" sldId="262"/>
            <ac:spMk id="7" creationId="{00000000-0000-0000-0000-000000000000}"/>
          </ac:spMkLst>
        </pc:spChg>
        <pc:picChg chg="add del mod modCrop">
          <ac:chgData name="Glleydson Meirelles Da Silva" userId="5f03311383a48b4f" providerId="LiveId" clId="{E1B08F3A-3761-4B97-B502-49F06A7C553D}" dt="2026-06-30T20:09:20.918" v="900" actId="478"/>
          <ac:picMkLst>
            <pc:docMk/>
            <pc:sldMk cId="0" sldId="262"/>
            <ac:picMk id="9" creationId="{85B10AC1-1112-4B9D-8C58-1E3915B05DBB}"/>
          </ac:picMkLst>
        </pc:picChg>
        <pc:picChg chg="add mod modCrop">
          <ac:chgData name="Glleydson Meirelles Da Silva" userId="5f03311383a48b4f" providerId="LiveId" clId="{E1B08F3A-3761-4B97-B502-49F06A7C553D}" dt="2026-06-30T20:09:57.532" v="907" actId="732"/>
          <ac:picMkLst>
            <pc:docMk/>
            <pc:sldMk cId="0" sldId="262"/>
            <ac:picMk id="11" creationId="{4D0A035E-B400-3748-0FEC-1B6BAA7A1CA1}"/>
          </ac:picMkLst>
        </pc:picChg>
      </pc:sldChg>
      <pc:sldChg chg="addSp delSp modSp mod">
        <pc:chgData name="Glleydson Meirelles Da Silva" userId="5f03311383a48b4f" providerId="LiveId" clId="{E1B08F3A-3761-4B97-B502-49F06A7C553D}" dt="2026-06-30T20:48:59.890" v="1066" actId="1076"/>
        <pc:sldMkLst>
          <pc:docMk/>
          <pc:sldMk cId="0" sldId="263"/>
        </pc:sldMkLst>
        <pc:spChg chg="mod">
          <ac:chgData name="Glleydson Meirelles Da Silva" userId="5f03311383a48b4f" providerId="LiveId" clId="{E1B08F3A-3761-4B97-B502-49F06A7C553D}" dt="2026-06-30T19:42:51.993" v="85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20:48:59.890" v="1066" actId="1076"/>
          <ac:spMkLst>
            <pc:docMk/>
            <pc:sldMk cId="0" sldId="263"/>
            <ac:spMk id="5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20:12:59.881" v="909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20:12:57.204" v="908" actId="478"/>
          <ac:spMkLst>
            <pc:docMk/>
            <pc:sldMk cId="0" sldId="263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20:16:07.156" v="944" actId="404"/>
          <ac:spMkLst>
            <pc:docMk/>
            <pc:sldMk cId="0" sldId="263"/>
            <ac:spMk id="10" creationId="{631AB95A-934E-AB93-7604-76476A562C9C}"/>
          </ac:spMkLst>
        </pc:spChg>
        <pc:picChg chg="add mod modCrop">
          <ac:chgData name="Glleydson Meirelles Da Silva" userId="5f03311383a48b4f" providerId="LiveId" clId="{E1B08F3A-3761-4B97-B502-49F06A7C553D}" dt="2026-06-30T20:15:32.591" v="935" actId="1076"/>
          <ac:picMkLst>
            <pc:docMk/>
            <pc:sldMk cId="0" sldId="263"/>
            <ac:picMk id="9" creationId="{FA10AC52-B4FB-DA1B-BBF4-F18E3C95B067}"/>
          </ac:picMkLst>
        </pc:picChg>
      </pc:sldChg>
      <pc:sldChg chg="addSp delSp modSp mod">
        <pc:chgData name="Glleydson Meirelles Da Silva" userId="5f03311383a48b4f" providerId="LiveId" clId="{E1B08F3A-3761-4B97-B502-49F06A7C553D}" dt="2026-06-30T20:51:52.671" v="1083" actId="207"/>
        <pc:sldMkLst>
          <pc:docMk/>
          <pc:sldMk cId="0" sldId="264"/>
        </pc:sldMkLst>
        <pc:spChg chg="mod">
          <ac:chgData name="Glleydson Meirelles Da Silva" userId="5f03311383a48b4f" providerId="LiveId" clId="{E1B08F3A-3761-4B97-B502-49F06A7C553D}" dt="2026-06-30T20:37:24.784" v="990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20:51:52.671" v="1083" actId="207"/>
          <ac:spMkLst>
            <pc:docMk/>
            <pc:sldMk cId="0" sldId="264"/>
            <ac:spMk id="5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20:38:25.650" v="998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20:38:09.159" v="997" actId="478"/>
          <ac:spMkLst>
            <pc:docMk/>
            <pc:sldMk cId="0" sldId="264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20:39:42.103" v="1019" actId="1076"/>
          <ac:spMkLst>
            <pc:docMk/>
            <pc:sldMk cId="0" sldId="264"/>
            <ac:spMk id="10" creationId="{D118A747-488A-9622-BD0B-E1014440998D}"/>
          </ac:spMkLst>
        </pc:spChg>
        <pc:picChg chg="add mod modCrop">
          <ac:chgData name="Glleydson Meirelles Da Silva" userId="5f03311383a48b4f" providerId="LiveId" clId="{E1B08F3A-3761-4B97-B502-49F06A7C553D}" dt="2026-06-30T20:39:02.637" v="1006" actId="732"/>
          <ac:picMkLst>
            <pc:docMk/>
            <pc:sldMk cId="0" sldId="264"/>
            <ac:picMk id="9" creationId="{FCE9410E-D910-AB61-C6D9-62934747FC2E}"/>
          </ac:picMkLst>
        </pc:picChg>
      </pc:sldChg>
      <pc:sldChg chg="addSp delSp modSp mod">
        <pc:chgData name="Glleydson Meirelles Da Silva" userId="5f03311383a48b4f" providerId="LiveId" clId="{E1B08F3A-3761-4B97-B502-49F06A7C553D}" dt="2026-06-30T20:52:34.191" v="1095" actId="1076"/>
        <pc:sldMkLst>
          <pc:docMk/>
          <pc:sldMk cId="0" sldId="265"/>
        </pc:sldMkLst>
        <pc:spChg chg="mod">
          <ac:chgData name="Glleydson Meirelles Da Silva" userId="5f03311383a48b4f" providerId="LiveId" clId="{E1B08F3A-3761-4B97-B502-49F06A7C553D}" dt="2026-06-30T20:18:21.842" v="962"/>
          <ac:spMkLst>
            <pc:docMk/>
            <pc:sldMk cId="0" sldId="265"/>
            <ac:spMk id="4" creationId="{00000000-0000-0000-0000-000000000000}"/>
          </ac:spMkLst>
        </pc:spChg>
        <pc:spChg chg="mod">
          <ac:chgData name="Glleydson Meirelles Da Silva" userId="5f03311383a48b4f" providerId="LiveId" clId="{E1B08F3A-3761-4B97-B502-49F06A7C553D}" dt="2026-06-30T20:52:34.191" v="1095" actId="1076"/>
          <ac:spMkLst>
            <pc:docMk/>
            <pc:sldMk cId="0" sldId="265"/>
            <ac:spMk id="5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20:19:33.080" v="977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Glleydson Meirelles Da Silva" userId="5f03311383a48b4f" providerId="LiveId" clId="{E1B08F3A-3761-4B97-B502-49F06A7C553D}" dt="2026-06-30T20:19:29.436" v="976" actId="21"/>
          <ac:spMkLst>
            <pc:docMk/>
            <pc:sldMk cId="0" sldId="265"/>
            <ac:spMk id="7" creationId="{00000000-0000-0000-0000-000000000000}"/>
          </ac:spMkLst>
        </pc:spChg>
        <pc:spChg chg="add mod">
          <ac:chgData name="Glleydson Meirelles Da Silva" userId="5f03311383a48b4f" providerId="LiveId" clId="{E1B08F3A-3761-4B97-B502-49F06A7C553D}" dt="2026-06-30T20:40:18.588" v="1027" actId="1076"/>
          <ac:spMkLst>
            <pc:docMk/>
            <pc:sldMk cId="0" sldId="265"/>
            <ac:spMk id="10" creationId="{9E6A0343-4AEA-0B52-7723-6A8A299EBC61}"/>
          </ac:spMkLst>
        </pc:spChg>
        <pc:picChg chg="add mod modCrop">
          <ac:chgData name="Glleydson Meirelles Da Silva" userId="5f03311383a48b4f" providerId="LiveId" clId="{E1B08F3A-3761-4B97-B502-49F06A7C553D}" dt="2026-06-30T20:20:04.906" v="982" actId="14100"/>
          <ac:picMkLst>
            <pc:docMk/>
            <pc:sldMk cId="0" sldId="265"/>
            <ac:picMk id="9" creationId="{2F58D07D-A53C-2A80-21E2-F8703DC14CAC}"/>
          </ac:picMkLst>
        </pc:picChg>
      </pc:sldChg>
      <pc:sldChg chg="addSp delSp modSp add mod">
        <pc:chgData name="Glleydson Meirelles Da Silva" userId="5f03311383a48b4f" providerId="LiveId" clId="{E1B08F3A-3761-4B97-B502-49F06A7C553D}" dt="2026-06-30T20:51:31.396" v="1082" actId="207"/>
        <pc:sldMkLst>
          <pc:docMk/>
          <pc:sldMk cId="65998009" sldId="267"/>
        </pc:sldMkLst>
        <pc:spChg chg="mod">
          <ac:chgData name="Glleydson Meirelles Da Silva" userId="5f03311383a48b4f" providerId="LiveId" clId="{E1B08F3A-3761-4B97-B502-49F06A7C553D}" dt="2026-06-30T19:34:01.059" v="764" actId="1076"/>
          <ac:spMkLst>
            <pc:docMk/>
            <pc:sldMk cId="65998009" sldId="267"/>
            <ac:spMk id="4" creationId="{1B44CD8D-FF10-72C1-B81D-DC09515FBB0E}"/>
          </ac:spMkLst>
        </pc:spChg>
        <pc:spChg chg="del">
          <ac:chgData name="Glleydson Meirelles Da Silva" userId="5f03311383a48b4f" providerId="LiveId" clId="{E1B08F3A-3761-4B97-B502-49F06A7C553D}" dt="2026-06-30T19:38:13.235" v="792" actId="21"/>
          <ac:spMkLst>
            <pc:docMk/>
            <pc:sldMk cId="65998009" sldId="267"/>
            <ac:spMk id="5" creationId="{FC5E7FEC-D16C-4C2E-7E41-16B34720507A}"/>
          </ac:spMkLst>
        </pc:spChg>
        <pc:spChg chg="mod">
          <ac:chgData name="Glleydson Meirelles Da Silva" userId="5f03311383a48b4f" providerId="LiveId" clId="{E1B08F3A-3761-4B97-B502-49F06A7C553D}" dt="2026-06-30T20:51:31.396" v="1082" actId="207"/>
          <ac:spMkLst>
            <pc:docMk/>
            <pc:sldMk cId="65998009" sldId="267"/>
            <ac:spMk id="6" creationId="{0A570E27-7D7A-9BD0-971D-8DEFEEB2C67B}"/>
          </ac:spMkLst>
        </pc:spChg>
        <pc:spChg chg="del mod">
          <ac:chgData name="Glleydson Meirelles Da Silva" userId="5f03311383a48b4f" providerId="LiveId" clId="{E1B08F3A-3761-4B97-B502-49F06A7C553D}" dt="2026-06-30T19:34:15.012" v="766" actId="21"/>
          <ac:spMkLst>
            <pc:docMk/>
            <pc:sldMk cId="65998009" sldId="267"/>
            <ac:spMk id="7" creationId="{F3E79C97-EA9D-2A7A-E388-1BFD1A5A7C9E}"/>
          </ac:spMkLst>
        </pc:spChg>
        <pc:spChg chg="add mod">
          <ac:chgData name="Glleydson Meirelles Da Silva" userId="5f03311383a48b4f" providerId="LiveId" clId="{E1B08F3A-3761-4B97-B502-49F06A7C553D}" dt="2026-06-30T20:41:03.893" v="1038" actId="1076"/>
          <ac:spMkLst>
            <pc:docMk/>
            <pc:sldMk cId="65998009" sldId="267"/>
            <ac:spMk id="10" creationId="{FAFBE2A5-36C7-C1F6-B58E-AE234D4766B4}"/>
          </ac:spMkLst>
        </pc:spChg>
        <pc:picChg chg="add mod modCrop">
          <ac:chgData name="Glleydson Meirelles Da Silva" userId="5f03311383a48b4f" providerId="LiveId" clId="{E1B08F3A-3761-4B97-B502-49F06A7C553D}" dt="2026-06-30T19:37:57.924" v="791" actId="1076"/>
          <ac:picMkLst>
            <pc:docMk/>
            <pc:sldMk cId="65998009" sldId="267"/>
            <ac:picMk id="9" creationId="{D4FB3756-F611-F348-B345-45D2CC0ADE40}"/>
          </ac:picMkLst>
        </pc:picChg>
      </pc:sldChg>
      <pc:sldChg chg="new del">
        <pc:chgData name="Glleydson Meirelles Da Silva" userId="5f03311383a48b4f" providerId="LiveId" clId="{E1B08F3A-3761-4B97-B502-49F06A7C553D}" dt="2026-06-30T18:37:54.683" v="307" actId="47"/>
        <pc:sldMkLst>
          <pc:docMk/>
          <pc:sldMk cId="3975985640" sldId="267"/>
        </pc:sldMkLst>
      </pc:sldChg>
      <pc:sldChg chg="addSp delSp modSp add mod">
        <pc:chgData name="Glleydson Meirelles Da Silva" userId="5f03311383a48b4f" providerId="LiveId" clId="{E1B08F3A-3761-4B97-B502-49F06A7C553D}" dt="2026-06-30T20:53:07.181" v="1100" actId="1582"/>
        <pc:sldMkLst>
          <pc:docMk/>
          <pc:sldMk cId="3043005049" sldId="268"/>
        </pc:sldMkLst>
        <pc:spChg chg="mod">
          <ac:chgData name="Glleydson Meirelles Da Silva" userId="5f03311383a48b4f" providerId="LiveId" clId="{E1B08F3A-3761-4B97-B502-49F06A7C553D}" dt="2026-06-30T19:30:00.749" v="740"/>
          <ac:spMkLst>
            <pc:docMk/>
            <pc:sldMk cId="3043005049" sldId="268"/>
            <ac:spMk id="4" creationId="{09725A56-EBFF-619E-18A7-CF4146A00341}"/>
          </ac:spMkLst>
        </pc:spChg>
        <pc:spChg chg="del">
          <ac:chgData name="Glleydson Meirelles Da Silva" userId="5f03311383a48b4f" providerId="LiveId" clId="{E1B08F3A-3761-4B97-B502-49F06A7C553D}" dt="2026-06-30T19:30:50.036" v="744" actId="478"/>
          <ac:spMkLst>
            <pc:docMk/>
            <pc:sldMk cId="3043005049" sldId="268"/>
            <ac:spMk id="5" creationId="{65C602EA-C47B-261B-119D-215DF36023B7}"/>
          </ac:spMkLst>
        </pc:spChg>
        <pc:spChg chg="mod">
          <ac:chgData name="Glleydson Meirelles Da Silva" userId="5f03311383a48b4f" providerId="LiveId" clId="{E1B08F3A-3761-4B97-B502-49F06A7C553D}" dt="2026-06-30T20:53:07.181" v="1100" actId="1582"/>
          <ac:spMkLst>
            <pc:docMk/>
            <pc:sldMk cId="3043005049" sldId="268"/>
            <ac:spMk id="6" creationId="{B5FC4C1E-C274-E399-0966-3E996E9B4CD1}"/>
          </ac:spMkLst>
        </pc:spChg>
        <pc:spChg chg="del mod">
          <ac:chgData name="Glleydson Meirelles Da Silva" userId="5f03311383a48b4f" providerId="LiveId" clId="{E1B08F3A-3761-4B97-B502-49F06A7C553D}" dt="2026-06-30T19:30:50.036" v="744" actId="478"/>
          <ac:spMkLst>
            <pc:docMk/>
            <pc:sldMk cId="3043005049" sldId="268"/>
            <ac:spMk id="7" creationId="{9109A86B-F433-F790-BC7A-F27818997CE1}"/>
          </ac:spMkLst>
        </pc:spChg>
        <pc:spChg chg="add mod">
          <ac:chgData name="Glleydson Meirelles Da Silva" userId="5f03311383a48b4f" providerId="LiveId" clId="{E1B08F3A-3761-4B97-B502-49F06A7C553D}" dt="2026-06-30T19:32:56" v="760" actId="1076"/>
          <ac:spMkLst>
            <pc:docMk/>
            <pc:sldMk cId="3043005049" sldId="268"/>
            <ac:spMk id="10" creationId="{C77C6B2B-11F7-4712-179B-4952F24A67CE}"/>
          </ac:spMkLst>
        </pc:spChg>
        <pc:picChg chg="add mod">
          <ac:chgData name="Glleydson Meirelles Da Silva" userId="5f03311383a48b4f" providerId="LiveId" clId="{E1B08F3A-3761-4B97-B502-49F06A7C553D}" dt="2026-06-30T19:31:21.776" v="750" actId="1076"/>
          <ac:picMkLst>
            <pc:docMk/>
            <pc:sldMk cId="3043005049" sldId="268"/>
            <ac:picMk id="9" creationId="{E2DC2452-9A32-0351-CBF3-118ECAA10206}"/>
          </ac:picMkLst>
        </pc:picChg>
      </pc:sldChg>
      <pc:sldChg chg="new del">
        <pc:chgData name="Glleydson Meirelles Da Silva" userId="5f03311383a48b4f" providerId="LiveId" clId="{E1B08F3A-3761-4B97-B502-49F06A7C553D}" dt="2026-06-30T18:37:54.683" v="307" actId="47"/>
        <pc:sldMkLst>
          <pc:docMk/>
          <pc:sldMk cId="3718835156" sldId="268"/>
        </pc:sldMkLst>
      </pc:sldChg>
      <pc:sldChg chg="new del">
        <pc:chgData name="Glleydson Meirelles Da Silva" userId="5f03311383a48b4f" providerId="LiveId" clId="{E1B08F3A-3761-4B97-B502-49F06A7C553D}" dt="2026-06-30T18:37:54.683" v="307" actId="47"/>
        <pc:sldMkLst>
          <pc:docMk/>
          <pc:sldMk cId="2236185288" sldId="269"/>
        </pc:sldMkLst>
      </pc:sldChg>
      <pc:sldChg chg="addSp delSp modSp add mod">
        <pc:chgData name="Glleydson Meirelles Da Silva" userId="5f03311383a48b4f" providerId="LiveId" clId="{E1B08F3A-3761-4B97-B502-49F06A7C553D}" dt="2026-06-30T19:30:11.402" v="741"/>
        <pc:sldMkLst>
          <pc:docMk/>
          <pc:sldMk cId="2500896562" sldId="269"/>
        </pc:sldMkLst>
        <pc:spChg chg="mod">
          <ac:chgData name="Glleydson Meirelles Da Silva" userId="5f03311383a48b4f" providerId="LiveId" clId="{E1B08F3A-3761-4B97-B502-49F06A7C553D}" dt="2026-06-30T19:30:11.402" v="741"/>
          <ac:spMkLst>
            <pc:docMk/>
            <pc:sldMk cId="2500896562" sldId="269"/>
            <ac:spMk id="4" creationId="{672115EB-37D3-6421-5B14-721ED22D60C1}"/>
          </ac:spMkLst>
        </pc:spChg>
        <pc:spChg chg="del">
          <ac:chgData name="Glleydson Meirelles Da Silva" userId="5f03311383a48b4f" providerId="LiveId" clId="{E1B08F3A-3761-4B97-B502-49F06A7C553D}" dt="2026-06-30T19:27:39.846" v="724" actId="478"/>
          <ac:spMkLst>
            <pc:docMk/>
            <pc:sldMk cId="2500896562" sldId="269"/>
            <ac:spMk id="5" creationId="{F39A9DA9-F6EB-1F21-6672-D67413042202}"/>
          </ac:spMkLst>
        </pc:spChg>
        <pc:spChg chg="del">
          <ac:chgData name="Glleydson Meirelles Da Silva" userId="5f03311383a48b4f" providerId="LiveId" clId="{E1B08F3A-3761-4B97-B502-49F06A7C553D}" dt="2026-06-30T19:27:39.846" v="724" actId="478"/>
          <ac:spMkLst>
            <pc:docMk/>
            <pc:sldMk cId="2500896562" sldId="269"/>
            <ac:spMk id="6" creationId="{A3D626FB-6761-B6CB-1480-111503037EAD}"/>
          </ac:spMkLst>
        </pc:spChg>
        <pc:spChg chg="del">
          <ac:chgData name="Glleydson Meirelles Da Silva" userId="5f03311383a48b4f" providerId="LiveId" clId="{E1B08F3A-3761-4B97-B502-49F06A7C553D}" dt="2026-06-30T19:28:43.263" v="735" actId="21"/>
          <ac:spMkLst>
            <pc:docMk/>
            <pc:sldMk cId="2500896562" sldId="269"/>
            <ac:spMk id="7" creationId="{E60C159E-51C4-FC38-3164-E0A952B9B17D}"/>
          </ac:spMkLst>
        </pc:spChg>
        <pc:picChg chg="add mod modCrop">
          <ac:chgData name="Glleydson Meirelles Da Silva" userId="5f03311383a48b4f" providerId="LiveId" clId="{E1B08F3A-3761-4B97-B502-49F06A7C553D}" dt="2026-06-30T19:28:49.196" v="736" actId="1076"/>
          <ac:picMkLst>
            <pc:docMk/>
            <pc:sldMk cId="2500896562" sldId="269"/>
            <ac:picMk id="9" creationId="{5D3FD246-397A-A3B8-729A-8E6035859E9D}"/>
          </ac:picMkLst>
        </pc:picChg>
      </pc:sldChg>
      <pc:sldChg chg="addSp modSp new del mod">
        <pc:chgData name="Glleydson Meirelles Da Silva" userId="5f03311383a48b4f" providerId="LiveId" clId="{E1B08F3A-3761-4B97-B502-49F06A7C553D}" dt="2026-06-30T18:37:54.683" v="307" actId="47"/>
        <pc:sldMkLst>
          <pc:docMk/>
          <pc:sldMk cId="115588012" sldId="270"/>
        </pc:sldMkLst>
        <pc:spChg chg="add mod">
          <ac:chgData name="Glleydson Meirelles Da Silva" userId="5f03311383a48b4f" providerId="LiveId" clId="{E1B08F3A-3761-4B97-B502-49F06A7C553D}" dt="2026-06-30T18:36:32.090" v="303" actId="1076"/>
          <ac:spMkLst>
            <pc:docMk/>
            <pc:sldMk cId="115588012" sldId="270"/>
            <ac:spMk id="2" creationId="{187F7F36-635D-2B5E-B664-D16346331575}"/>
          </ac:spMkLst>
        </pc:spChg>
        <pc:spChg chg="add mod">
          <ac:chgData name="Glleydson Meirelles Da Silva" userId="5f03311383a48b4f" providerId="LiveId" clId="{E1B08F3A-3761-4B97-B502-49F06A7C553D}" dt="2026-06-30T18:36:07.856" v="299"/>
          <ac:spMkLst>
            <pc:docMk/>
            <pc:sldMk cId="115588012" sldId="270"/>
            <ac:spMk id="3" creationId="{444208C5-7A8E-07EE-7B98-8D63A504D62C}"/>
          </ac:spMkLst>
        </pc:spChg>
        <pc:spChg chg="add mod">
          <ac:chgData name="Glleydson Meirelles Da Silva" userId="5f03311383a48b4f" providerId="LiveId" clId="{E1B08F3A-3761-4B97-B502-49F06A7C553D}" dt="2026-06-30T18:36:07.856" v="299"/>
          <ac:spMkLst>
            <pc:docMk/>
            <pc:sldMk cId="115588012" sldId="270"/>
            <ac:spMk id="4" creationId="{DC2E57AA-950F-9879-C8CB-41CBDC1A288E}"/>
          </ac:spMkLst>
        </pc:spChg>
        <pc:spChg chg="add mod">
          <ac:chgData name="Glleydson Meirelles Da Silva" userId="5f03311383a48b4f" providerId="LiveId" clId="{E1B08F3A-3761-4B97-B502-49F06A7C553D}" dt="2026-06-30T18:36:38.974" v="306" actId="1076"/>
          <ac:spMkLst>
            <pc:docMk/>
            <pc:sldMk cId="115588012" sldId="270"/>
            <ac:spMk id="5" creationId="{259B9BFF-6A8F-9623-9648-A70761022F4C}"/>
          </ac:spMkLst>
        </pc:spChg>
      </pc:sldChg>
      <pc:sldChg chg="addSp delSp modSp add mod">
        <pc:chgData name="Glleydson Meirelles Da Silva" userId="5f03311383a48b4f" providerId="LiveId" clId="{E1B08F3A-3761-4B97-B502-49F06A7C553D}" dt="2026-06-30T20:53:50.107" v="1105" actId="1076"/>
        <pc:sldMkLst>
          <pc:docMk/>
          <pc:sldMk cId="1890526538" sldId="270"/>
        </pc:sldMkLst>
        <pc:spChg chg="mod">
          <ac:chgData name="Glleydson Meirelles Da Silva" userId="5f03311383a48b4f" providerId="LiveId" clId="{E1B08F3A-3761-4B97-B502-49F06A7C553D}" dt="2026-06-30T18:38:36.603" v="316" actId="20577"/>
          <ac:spMkLst>
            <pc:docMk/>
            <pc:sldMk cId="1890526538" sldId="270"/>
            <ac:spMk id="4" creationId="{2A2BFD96-3BAF-7588-DDE1-04F86BE47B15}"/>
          </ac:spMkLst>
        </pc:spChg>
        <pc:spChg chg="mod">
          <ac:chgData name="Glleydson Meirelles Da Silva" userId="5f03311383a48b4f" providerId="LiveId" clId="{E1B08F3A-3761-4B97-B502-49F06A7C553D}" dt="2026-06-30T20:53:46.588" v="1104" actId="1582"/>
          <ac:spMkLst>
            <pc:docMk/>
            <pc:sldMk cId="1890526538" sldId="270"/>
            <ac:spMk id="5" creationId="{FDB44168-337F-C350-6876-672257CDBD12}"/>
          </ac:spMkLst>
        </pc:spChg>
        <pc:spChg chg="mod">
          <ac:chgData name="Glleydson Meirelles Da Silva" userId="5f03311383a48b4f" providerId="LiveId" clId="{E1B08F3A-3761-4B97-B502-49F06A7C553D}" dt="2026-06-30T20:53:46.588" v="1104" actId="1582"/>
          <ac:spMkLst>
            <pc:docMk/>
            <pc:sldMk cId="1890526538" sldId="270"/>
            <ac:spMk id="6" creationId="{7820BA7E-81A4-E47A-7046-3DFB7F6D1666}"/>
          </ac:spMkLst>
        </pc:spChg>
        <pc:spChg chg="del">
          <ac:chgData name="Glleydson Meirelles Da Silva" userId="5f03311383a48b4f" providerId="LiveId" clId="{E1B08F3A-3761-4B97-B502-49F06A7C553D}" dt="2026-06-30T19:23:43.079" v="690" actId="478"/>
          <ac:spMkLst>
            <pc:docMk/>
            <pc:sldMk cId="1890526538" sldId="270"/>
            <ac:spMk id="7" creationId="{36548B35-5753-4A12-15BD-C37058E390BD}"/>
          </ac:spMkLst>
        </pc:spChg>
        <pc:spChg chg="add mod">
          <ac:chgData name="Glleydson Meirelles Da Silva" userId="5f03311383a48b4f" providerId="LiveId" clId="{E1B08F3A-3761-4B97-B502-49F06A7C553D}" dt="2026-06-30T20:53:50.107" v="1105" actId="1076"/>
          <ac:spMkLst>
            <pc:docMk/>
            <pc:sldMk cId="1890526538" sldId="270"/>
            <ac:spMk id="8" creationId="{1C46177D-4FB4-05E9-429A-43FE70360F04}"/>
          </ac:spMkLst>
        </pc:spChg>
      </pc:sldChg>
      <pc:sldChg chg="addSp delSp modSp add mod ord">
        <pc:chgData name="Glleydson Meirelles Da Silva" userId="5f03311383a48b4f" providerId="LiveId" clId="{E1B08F3A-3761-4B97-B502-49F06A7C553D}" dt="2026-06-30T20:56:32.762" v="1111" actId="20577"/>
        <pc:sldMkLst>
          <pc:docMk/>
          <pc:sldMk cId="2244860030" sldId="271"/>
        </pc:sldMkLst>
        <pc:spChg chg="mod">
          <ac:chgData name="Glleydson Meirelles Da Silva" userId="5f03311383a48b4f" providerId="LiveId" clId="{E1B08F3A-3761-4B97-B502-49F06A7C553D}" dt="2026-06-30T19:45:04.575" v="873"/>
          <ac:spMkLst>
            <pc:docMk/>
            <pc:sldMk cId="2244860030" sldId="271"/>
            <ac:spMk id="2" creationId="{C07839B1-7A41-6365-547F-CB1D87B4574E}"/>
          </ac:spMkLst>
        </pc:spChg>
        <pc:spChg chg="mod">
          <ac:chgData name="Glleydson Meirelles Da Silva" userId="5f03311383a48b4f" providerId="LiveId" clId="{E1B08F3A-3761-4B97-B502-49F06A7C553D}" dt="2026-06-30T20:56:32.762" v="1111" actId="20577"/>
          <ac:spMkLst>
            <pc:docMk/>
            <pc:sldMk cId="2244860030" sldId="271"/>
            <ac:spMk id="4" creationId="{D7F874AF-E563-8785-C574-975E171A0178}"/>
          </ac:spMkLst>
        </pc:spChg>
        <pc:spChg chg="add mod">
          <ac:chgData name="Glleydson Meirelles Da Silva" userId="5f03311383a48b4f" providerId="LiveId" clId="{E1B08F3A-3761-4B97-B502-49F06A7C553D}" dt="2026-06-30T20:48:28.075" v="1062" actId="1582"/>
          <ac:spMkLst>
            <pc:docMk/>
            <pc:sldMk cId="2244860030" sldId="271"/>
            <ac:spMk id="5" creationId="{9BE73C3D-AE61-BE52-7D18-132A6E109828}"/>
          </ac:spMkLst>
        </pc:spChg>
        <pc:spChg chg="del mod">
          <ac:chgData name="Glleydson Meirelles Da Silva" userId="5f03311383a48b4f" providerId="LiveId" clId="{E1B08F3A-3761-4B97-B502-49F06A7C553D}" dt="2026-06-30T19:47:08.672" v="886" actId="478"/>
          <ac:spMkLst>
            <pc:docMk/>
            <pc:sldMk cId="2244860030" sldId="271"/>
            <ac:spMk id="10" creationId="{A76CA341-1199-33E9-760C-EA9DBF55D810}"/>
          </ac:spMkLst>
        </pc:spChg>
        <pc:spChg chg="mod">
          <ac:chgData name="Glleydson Meirelles Da Silva" userId="5f03311383a48b4f" providerId="LiveId" clId="{E1B08F3A-3761-4B97-B502-49F06A7C553D}" dt="2026-06-30T19:44:52.259" v="872" actId="20577"/>
          <ac:spMkLst>
            <pc:docMk/>
            <pc:sldMk cId="2244860030" sldId="271"/>
            <ac:spMk id="11" creationId="{6F7E7653-9415-506E-7533-20179358C3AB}"/>
          </ac:spMkLst>
        </pc:spChg>
        <pc:picChg chg="add mod modCrop">
          <ac:chgData name="Glleydson Meirelles Da Silva" userId="5f03311383a48b4f" providerId="LiveId" clId="{E1B08F3A-3761-4B97-B502-49F06A7C553D}" dt="2026-06-30T19:47:49.545" v="895" actId="14100"/>
          <ac:picMkLst>
            <pc:docMk/>
            <pc:sldMk cId="2244860030" sldId="271"/>
            <ac:picMk id="7" creationId="{5B6658CD-D759-20F0-B15F-FCA50D611266}"/>
          </ac:picMkLst>
        </pc:picChg>
        <pc:picChg chg="del">
          <ac:chgData name="Glleydson Meirelles Da Silva" userId="5f03311383a48b4f" providerId="LiveId" clId="{E1B08F3A-3761-4B97-B502-49F06A7C553D}" dt="2026-06-30T19:44:36.053" v="860" actId="478"/>
          <ac:picMkLst>
            <pc:docMk/>
            <pc:sldMk cId="2244860030" sldId="271"/>
            <ac:picMk id="9" creationId="{E6391BB1-73DA-C4E1-3052-BBFC7473AC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B85F4-8EB3-4EC4-A4B8-48978013C30D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1B35A-39C4-4A24-9A5C-F9F35572E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1B35A-39C4-4A24-9A5C-F9F35572EE9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949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1B35A-39C4-4A24-9A5C-F9F35572EE93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39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491309" y="1645920"/>
            <a:ext cx="7206332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rPr lang="pt-BR" sz="5400" dirty="0"/>
              <a:t>SISTEMA DE GESTÃO DE </a:t>
            </a:r>
          </a:p>
          <a:p>
            <a:pPr algn="ctr">
              <a:defRPr sz="5400" b="1">
                <a:solidFill>
                  <a:srgbClr val="38BDF8"/>
                </a:solidFill>
              </a:defRPr>
            </a:pPr>
            <a:r>
              <a:rPr sz="5400" b="1" dirty="0">
                <a:solidFill>
                  <a:srgbClr val="A7F3D0"/>
                </a:solidFill>
              </a:rPr>
              <a:t>ESTOQUE </a:t>
            </a:r>
            <a:r>
              <a:rPr lang="pt-BR" sz="5400" b="1" dirty="0">
                <a:solidFill>
                  <a:srgbClr val="A7F3D0"/>
                </a:solidFill>
              </a:rPr>
              <a:t>REGIONAL</a:t>
            </a:r>
            <a:endParaRPr sz="5400" b="1" dirty="0">
              <a:solidFill>
                <a:srgbClr val="A7F3D0"/>
              </a:solidFill>
            </a:endParaRP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rPr sz="2000" b="1" dirty="0">
                <a:solidFill>
                  <a:srgbClr val="38BDF8"/>
                </a:solidFill>
              </a:rPr>
              <a:t>Logística • Engenharia de Algoritmos • Porto de Manaus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114799"/>
            <a:ext cx="6022258" cy="1506319"/>
          </a:xfrm>
          <a:prstGeom prst="roundRect">
            <a:avLst/>
          </a:prstGeom>
          <a:solidFill>
            <a:srgbClr val="030712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15897" y="4297680"/>
            <a:ext cx="252973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7F3D0"/>
                </a:solidFill>
              </a:defRPr>
            </a:pPr>
            <a:r>
              <a:rPr lang="pt-BR" dirty="0">
                <a:solidFill>
                  <a:schemeClr val="bg1"/>
                </a:solidFill>
              </a:rPr>
              <a:t>Equipe:</a:t>
            </a:r>
          </a:p>
          <a:p>
            <a:pPr algn="ctr">
              <a:defRPr sz="2000" b="1">
                <a:solidFill>
                  <a:srgbClr val="A7F3D0"/>
                </a:solidFill>
              </a:defRPr>
            </a:pPr>
            <a:r>
              <a:rPr lang="pt-BR" dirty="0"/>
              <a:t>• </a:t>
            </a:r>
            <a:r>
              <a:rPr dirty="0"/>
              <a:t>Glleydson Meirelles </a:t>
            </a:r>
            <a:endParaRPr lang="pt-BR" dirty="0"/>
          </a:p>
          <a:p>
            <a:pPr algn="ctr">
              <a:defRPr sz="2000" b="1">
                <a:solidFill>
                  <a:srgbClr val="A7F3D0"/>
                </a:solidFill>
              </a:defRPr>
            </a:pPr>
            <a:r>
              <a:rPr dirty="0"/>
              <a:t>• J</a:t>
            </a:r>
            <a:r>
              <a:rPr lang="pt-BR" dirty="0"/>
              <a:t>ones Nunes </a:t>
            </a:r>
          </a:p>
          <a:p>
            <a:pPr algn="ctr">
              <a:defRPr sz="2000" b="1">
                <a:solidFill>
                  <a:srgbClr val="A7F3D0"/>
                </a:solidFill>
              </a:defRPr>
            </a:pPr>
            <a:r>
              <a:rPr dirty="0"/>
              <a:t>• Gustavo</a:t>
            </a:r>
            <a:r>
              <a:rPr lang="pt-BR" dirty="0"/>
              <a:t> Xavier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F5F183-615F-FE80-09C1-7DA7E6FFC54B}"/>
              </a:ext>
            </a:extLst>
          </p:cNvPr>
          <p:cNvSpPr txBox="1"/>
          <p:nvPr/>
        </p:nvSpPr>
        <p:spPr>
          <a:xfrm>
            <a:off x="0" y="6306889"/>
            <a:ext cx="39918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Programação em Python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Curso Técnico em Inteligência Artificial</a:t>
            </a:r>
          </a:p>
          <a:p>
            <a:br>
              <a:rPr lang="pt-BR" sz="1400" b="1" dirty="0"/>
            </a:br>
            <a:br>
              <a:rPr lang="pt-BR" sz="1400" b="1" dirty="0"/>
            </a:br>
            <a:endParaRPr lang="pt-BR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1. CONTEXTO LOGÍSTICO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000">
                <a:solidFill>
                  <a:srgbClr val="CBD5E1"/>
                </a:solidFill>
              </a:defRPr>
            </a:pPr>
            <a:r>
              <a:rPr lang="pt-BR" sz="2000" dirty="0"/>
              <a:t>O escoamento de insumos agrícolas no </a:t>
            </a:r>
            <a:r>
              <a:rPr lang="pt-BR" sz="2000" b="1" dirty="0">
                <a:solidFill>
                  <a:schemeClr val="bg1"/>
                </a:solidFill>
              </a:rPr>
              <a:t>Porto de Manaus Moderna</a:t>
            </a:r>
            <a:r>
              <a:rPr lang="pt-BR" sz="2000" dirty="0"/>
              <a:t> e na </a:t>
            </a:r>
            <a:r>
              <a:rPr lang="pt-BR" sz="2000" b="1" dirty="0">
                <a:solidFill>
                  <a:schemeClr val="bg1"/>
                </a:solidFill>
              </a:rPr>
              <a:t>Feira da Banana</a:t>
            </a:r>
            <a:r>
              <a:rPr lang="pt-BR" sz="2000" dirty="0">
                <a:solidFill>
                  <a:schemeClr val="bg1"/>
                </a:solidFill>
              </a:rPr>
              <a:t> </a:t>
            </a:r>
            <a:r>
              <a:rPr lang="pt-BR" sz="2000" dirty="0"/>
              <a:t>apresenta gargalos logísticos tradicionais:</a:t>
            </a:r>
          </a:p>
          <a:p>
            <a:pPr algn="just">
              <a:defRPr sz="2000">
                <a:solidFill>
                  <a:srgbClr val="CBD5E1"/>
                </a:solidFill>
              </a:defRPr>
            </a:pPr>
            <a:endParaRPr lang="pt-BR" dirty="0"/>
          </a:p>
          <a:p>
            <a:pPr algn="just">
              <a:defRPr sz="2000">
                <a:solidFill>
                  <a:srgbClr val="CBD5E1"/>
                </a:solidFill>
              </a:defRPr>
            </a:pPr>
            <a:r>
              <a:rPr dirty="0"/>
              <a:t>•</a:t>
            </a:r>
            <a:r>
              <a:rPr lang="pt-BR" dirty="0"/>
              <a:t> </a:t>
            </a:r>
            <a:r>
              <a:rPr b="1" dirty="0">
                <a:solidFill>
                  <a:schemeClr val="bg1"/>
                </a:solidFill>
              </a:rPr>
              <a:t>Alta Rotatividade: </a:t>
            </a:r>
            <a:r>
              <a:rPr lang="pt-BR" sz="2000" dirty="0"/>
              <a:t>Insumos como Açaí, Cupuaçu e Farinhas demandam atualização ágil de dados. </a:t>
            </a:r>
          </a:p>
          <a:p>
            <a:pPr algn="just">
              <a:defRPr sz="20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b="1" dirty="0">
                <a:solidFill>
                  <a:schemeClr val="bg1"/>
                </a:solidFill>
              </a:rPr>
              <a:t>Risco de Ruptura: </a:t>
            </a:r>
            <a:r>
              <a:rPr lang="pt-BR" sz="2000" dirty="0"/>
              <a:t>A falta de monitoramento sobre níveis críticos inviabiliza compras preventivas. </a:t>
            </a:r>
          </a:p>
          <a:p>
            <a:pPr algn="just">
              <a:defRPr sz="20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lang="pt-BR" sz="2000" b="1" dirty="0">
                <a:solidFill>
                  <a:schemeClr val="bg1"/>
                </a:solidFill>
              </a:rPr>
              <a:t>Informalidade Financeira: </a:t>
            </a:r>
            <a:r>
              <a:rPr lang="pt-BR" sz="2000" dirty="0"/>
              <a:t>Dificuldade do comerciante em mapear o valor monetário imobilizado.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97677" y="2008484"/>
            <a:ext cx="5928851" cy="263234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dirty="0"/>
              <a:t> </a:t>
            </a:r>
            <a:r>
              <a:rPr lang="pt-BR" sz="2400" b="1" dirty="0">
                <a:solidFill>
                  <a:srgbClr val="A7F3D0"/>
                </a:solidFill>
              </a:rPr>
              <a:t>O Escopo do Projeto</a:t>
            </a:r>
          </a:p>
          <a:p>
            <a:endParaRPr lang="pt-BR" b="1" dirty="0"/>
          </a:p>
          <a:p>
            <a:r>
              <a:rPr lang="pt-BR" dirty="0"/>
              <a:t>A aplicação separa de forma estrita o </a:t>
            </a:r>
            <a:r>
              <a:rPr lang="pt-BR" b="1" dirty="0"/>
              <a:t>cadastro do produto</a:t>
            </a:r>
            <a:r>
              <a:rPr lang="pt-BR" dirty="0"/>
              <a:t> de sua </a:t>
            </a:r>
            <a:r>
              <a:rPr lang="pt-BR" b="1" dirty="0"/>
              <a:t>movimentação de quantidade (QTD)</a:t>
            </a:r>
            <a:r>
              <a:rPr lang="pt-BR" dirty="0"/>
              <a:t>, provendo consistência algorítmica e análise de negócios em tempo real.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26E5E3-F2EA-68A8-5593-3BCE1CC19B19}"/>
              </a:ext>
            </a:extLst>
          </p:cNvPr>
          <p:cNvSpPr txBox="1"/>
          <p:nvPr/>
        </p:nvSpPr>
        <p:spPr>
          <a:xfrm>
            <a:off x="0" y="6508955"/>
            <a:ext cx="44835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Justificativa e Escopo Logístico Regional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dirty="0"/>
              <a:t>2. ESTRUTURAS: LISTAS VS DICIONÁRIOS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1" y="1737360"/>
            <a:ext cx="5204460" cy="360949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43F5E"/>
                </a:solidFill>
              </a:rPr>
              <a:t> </a:t>
            </a:r>
            <a:r>
              <a:rPr lang="pt-BR" sz="2400" b="1" dirty="0">
                <a:solidFill>
                  <a:srgbClr val="A7F3D0"/>
                </a:solidFill>
              </a:rPr>
              <a:t>Listas Sequenciais</a:t>
            </a:r>
          </a:p>
          <a:p>
            <a:endParaRPr lang="pt-BR" b="1" dirty="0">
              <a:solidFill>
                <a:srgbClr val="F43F5E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Indexadas por posições fixas de ordem linear ($0, 1, 2...$).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rgbClr val="6EE7B7"/>
                </a:solidFill>
              </a:rPr>
              <a:t>Gargalo Algorítmico: </a:t>
            </a:r>
            <a:r>
              <a:rPr lang="pt-BR" dirty="0">
                <a:solidFill>
                  <a:schemeClr val="bg1"/>
                </a:solidFill>
              </a:rPr>
              <a:t>Localizar um item exige varredura elemento por elemento. Complexidade Temporal </a:t>
            </a:r>
            <a:r>
              <a:rPr lang="pt-BR" sz="2000" b="1" dirty="0">
                <a:solidFill>
                  <a:schemeClr val="bg1"/>
                </a:solidFill>
              </a:rPr>
              <a:t>O(n)</a:t>
            </a:r>
            <a:r>
              <a:rPr lang="pt-BR" dirty="0">
                <a:solidFill>
                  <a:schemeClr val="bg1"/>
                </a:solidFill>
              </a:rPr>
              <a:t>, gerando latência em inventários grandes.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56022" y="1737360"/>
            <a:ext cx="5303520" cy="360949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rgbClr val="A7F3D0"/>
                </a:solidFill>
              </a:rPr>
              <a:t> </a:t>
            </a:r>
            <a:r>
              <a:rPr lang="pt-BR" sz="2400" b="1" dirty="0">
                <a:solidFill>
                  <a:srgbClr val="A7F3D0"/>
                </a:solidFill>
              </a:rPr>
              <a:t>Dicionários (Tabelas </a:t>
            </a:r>
            <a:r>
              <a:rPr lang="pt-BR" sz="2400" b="1" dirty="0" err="1">
                <a:solidFill>
                  <a:srgbClr val="A7F3D0"/>
                </a:solidFill>
              </a:rPr>
              <a:t>Hash</a:t>
            </a:r>
            <a:r>
              <a:rPr lang="pt-BR" sz="2400" b="1" dirty="0">
                <a:solidFill>
                  <a:srgbClr val="A7F3D0"/>
                </a:solidFill>
              </a:rPr>
              <a:t>)</a:t>
            </a:r>
          </a:p>
          <a:p>
            <a:endParaRPr lang="pt-BR" sz="2400" b="1" dirty="0">
              <a:solidFill>
                <a:srgbClr val="A7F3D0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Organização orientada por pares de correspondência direta </a:t>
            </a:r>
            <a:r>
              <a:rPr lang="pt-BR" b="1" dirty="0">
                <a:solidFill>
                  <a:schemeClr val="bg1"/>
                </a:solidFill>
              </a:rPr>
              <a:t>Chave: Valor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rgbClr val="6EE7B7"/>
                </a:solidFill>
              </a:rPr>
              <a:t>Acesso Instantâneo:</a:t>
            </a:r>
            <a:r>
              <a:rPr lang="pt-BR" dirty="0">
                <a:solidFill>
                  <a:srgbClr val="6EE7B7"/>
                </a:solidFill>
              </a:rPr>
              <a:t> </a:t>
            </a:r>
            <a:r>
              <a:rPr lang="pt-BR" dirty="0">
                <a:solidFill>
                  <a:schemeClr val="bg1"/>
                </a:solidFill>
              </a:rPr>
              <a:t>A recuperação do registro ocorre via acoplamento direto de chave única. Complexidade Temporal </a:t>
            </a:r>
            <a:r>
              <a:rPr lang="pt-BR" b="1" dirty="0">
                <a:solidFill>
                  <a:schemeClr val="bg1"/>
                </a:solidFill>
              </a:rPr>
              <a:t>O(1)</a:t>
            </a:r>
            <a:r>
              <a:rPr lang="pt-BR" dirty="0">
                <a:solidFill>
                  <a:schemeClr val="bg1"/>
                </a:solidFill>
              </a:rPr>
              <a:t>, performando em tempo constante.</a:t>
            </a:r>
          </a:p>
        </p:txBody>
      </p:sp>
      <p:pic>
        <p:nvPicPr>
          <p:cNvPr id="13" name="Gráfico 12" descr="Ícone do menu de hambúrguer com preenchimento sólido">
            <a:extLst>
              <a:ext uri="{FF2B5EF4-FFF2-40B4-BE49-F238E27FC236}">
                <a16:creationId xmlns:a16="http://schemas.microsoft.com/office/drawing/2014/main" id="{7A1CEC0F-1578-0EBE-5A24-E74823BB5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9833" y="2067970"/>
            <a:ext cx="215816" cy="215816"/>
          </a:xfrm>
          <a:prstGeom prst="rect">
            <a:avLst/>
          </a:prstGeom>
        </p:spPr>
      </p:pic>
      <p:pic>
        <p:nvPicPr>
          <p:cNvPr id="15" name="Gráfico 14" descr="Banco de dados com preenchimento sólido">
            <a:extLst>
              <a:ext uri="{FF2B5EF4-FFF2-40B4-BE49-F238E27FC236}">
                <a16:creationId xmlns:a16="http://schemas.microsoft.com/office/drawing/2014/main" id="{243E17C5-1848-58CA-0E76-B45FF451E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6022" y="2284015"/>
            <a:ext cx="297178" cy="29717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055C23-4AF9-BD76-9B31-20807AC54946}"/>
              </a:ext>
            </a:extLst>
          </p:cNvPr>
          <p:cNvSpPr txBox="1"/>
          <p:nvPr/>
        </p:nvSpPr>
        <p:spPr>
          <a:xfrm>
            <a:off x="0" y="6475293"/>
            <a:ext cx="40528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Análise Teórica de Complexidade Computacional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dirty="0"/>
              <a:t>3. ARQUITETURA DO BANCO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19"/>
            <a:ext cx="5462803" cy="424360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rgbClr val="6EE7B7"/>
                </a:solidFill>
              </a:rPr>
              <a:t>Mapeamento Baseado em Chaves Primárias</a:t>
            </a:r>
          </a:p>
          <a:p>
            <a:endParaRPr lang="pt-BR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chave do dicionário externo atua como uma </a:t>
            </a:r>
            <a:r>
              <a:rPr lang="pt-BR" b="1" dirty="0"/>
              <a:t>Chave Primária Numérica (ID),</a:t>
            </a:r>
            <a:r>
              <a:rPr lang="pt-BR" dirty="0"/>
              <a:t> isolando a identidade lógica do produto.</a:t>
            </a:r>
          </a:p>
          <a:p>
            <a:endParaRPr lang="pt-BR" dirty="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Cada </a:t>
            </a:r>
            <a:r>
              <a:rPr lang="pt-BR" b="1" dirty="0"/>
              <a:t>ID</a:t>
            </a:r>
            <a:r>
              <a:rPr lang="pt-BR" dirty="0"/>
              <a:t> armazena internamente as propriedades de tipo primitivo (`nome`, `quantidade` e `</a:t>
            </a:r>
            <a:r>
              <a:rPr lang="pt-BR" dirty="0" err="1"/>
              <a:t>preco</a:t>
            </a:r>
            <a:r>
              <a:rPr lang="pt-BR" dirty="0"/>
              <a:t>`).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variável 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proximo_codigo</a:t>
            </a:r>
            <a:r>
              <a:rPr lang="pt-BR" dirty="0"/>
              <a:t> gerencia de forma global os incrementos e novas entradas sem colisões.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2BA110E-E961-0F7C-BB29-899045E4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7" y="1330351"/>
            <a:ext cx="5894543" cy="48148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3682B7D-5D1E-69C0-37B9-C793A1C8B403}"/>
              </a:ext>
            </a:extLst>
          </p:cNvPr>
          <p:cNvSpPr txBox="1"/>
          <p:nvPr/>
        </p:nvSpPr>
        <p:spPr>
          <a:xfrm>
            <a:off x="-78658" y="6568744"/>
            <a:ext cx="44540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Modelagem de Dados Relacionados por Chave Única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23938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dirty="0"/>
              <a:t>4. </a:t>
            </a:r>
            <a:r>
              <a:rPr lang="pt-BR" sz="3200" b="1" cap="all" dirty="0"/>
              <a:t>Fundamentação Teórica: As Operações CRUD</a:t>
            </a:r>
          </a:p>
          <a:p>
            <a:pPr>
              <a:defRPr sz="3200" b="1">
                <a:solidFill>
                  <a:srgbClr val="38BDF8"/>
                </a:solidFill>
              </a:defRPr>
            </a:pPr>
            <a:endParaRPr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58428B-186A-D91E-094B-328374B2C489}"/>
              </a:ext>
            </a:extLst>
          </p:cNvPr>
          <p:cNvSpPr txBox="1"/>
          <p:nvPr/>
        </p:nvSpPr>
        <p:spPr>
          <a:xfrm>
            <a:off x="731519" y="1396365"/>
            <a:ext cx="11027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6EE7B7"/>
                </a:solidFill>
              </a:rPr>
              <a:t>O padrão </a:t>
            </a:r>
            <a:r>
              <a:rPr lang="pt-BR" sz="2400" b="1" dirty="0">
                <a:solidFill>
                  <a:srgbClr val="6EE7B7"/>
                </a:solidFill>
              </a:rPr>
              <a:t>CRUD</a:t>
            </a:r>
            <a:r>
              <a:rPr lang="pt-BR" sz="2400" dirty="0">
                <a:solidFill>
                  <a:srgbClr val="6EE7B7"/>
                </a:solidFill>
              </a:rPr>
              <a:t> governa as quatro operações fundamentais de persistência e ciclo de vida de dados estáveis: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FFCC7E5-CB7B-9234-65AA-1D6525E71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2403764"/>
            <a:ext cx="2570939" cy="216893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8E917CF-A016-3AF4-5E73-53BEA5C69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80" y="2482115"/>
            <a:ext cx="2486599" cy="209058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B6E70A2-F055-E416-11E5-E00D9E066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11" y="2403764"/>
            <a:ext cx="2627568" cy="216893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B03D813-2542-5B41-E746-F971C0AD0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427" y="2482115"/>
            <a:ext cx="2458970" cy="209058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A82341-1EFB-8FE5-0389-B6E7B90DC2A0}"/>
              </a:ext>
            </a:extLst>
          </p:cNvPr>
          <p:cNvSpPr txBox="1"/>
          <p:nvPr/>
        </p:nvSpPr>
        <p:spPr>
          <a:xfrm>
            <a:off x="-68826" y="6489290"/>
            <a:ext cx="4493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Ciclo de Vida da Manipulação de Dados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61368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dirty="0"/>
              <a:t>5</a:t>
            </a:r>
            <a:r>
              <a:rPr dirty="0"/>
              <a:t>. </a:t>
            </a:r>
            <a:r>
              <a:rPr lang="pt-BR" sz="3200" b="1" cap="all" dirty="0"/>
              <a:t>CRUD: Cadastro de Produto (</a:t>
            </a:r>
            <a:r>
              <a:rPr lang="pt-BR" sz="3200" b="1" cap="all" dirty="0" err="1"/>
              <a:t>Create</a:t>
            </a:r>
            <a:r>
              <a:rPr lang="pt-BR" sz="3200" b="1" cap="all" dirty="0"/>
              <a:t>)</a:t>
            </a:r>
          </a:p>
          <a:p>
            <a:pPr>
              <a:defRPr sz="3200" b="1">
                <a:solidFill>
                  <a:srgbClr val="38BDF8"/>
                </a:solidFill>
              </a:defRPr>
            </a:pPr>
            <a:endParaRPr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7264329-153A-E8D3-524C-63B33944C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8465"/>
            <a:ext cx="5882455" cy="4763509"/>
          </a:xfrm>
          <a:prstGeom prst="rect">
            <a:avLst/>
          </a:prstGeom>
        </p:spPr>
      </p:pic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52403FCF-8EBF-DB98-5620-DD3E6D7A9E08}"/>
              </a:ext>
            </a:extLst>
          </p:cNvPr>
          <p:cNvSpPr/>
          <p:nvPr/>
        </p:nvSpPr>
        <p:spPr>
          <a:xfrm>
            <a:off x="6095847" y="1568465"/>
            <a:ext cx="5708609" cy="424360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rgbClr val="6EE7B7"/>
                </a:solidFill>
              </a:rPr>
              <a:t>Sanitização e Validação Algorítmica</a:t>
            </a:r>
          </a:p>
          <a:p>
            <a:endParaRPr lang="pt-BR" sz="2400" b="1" dirty="0">
              <a:solidFill>
                <a:srgbClr val="6EE7B7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 chave do dicionário externo atua como uma </a:t>
            </a:r>
            <a:r>
              <a:rPr lang="pt-BR" b="1" dirty="0"/>
              <a:t>Chave Primária Numérica (ID),</a:t>
            </a:r>
            <a:r>
              <a:rPr lang="pt-BR" dirty="0"/>
              <a:t> isolando a identidade lógica do produto.</a:t>
            </a:r>
          </a:p>
          <a:p>
            <a:pPr algn="just"/>
            <a:endParaRPr lang="pt-BR" dirty="0">
              <a:solidFill>
                <a:srgbClr val="1E293B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Cada </a:t>
            </a:r>
            <a:r>
              <a:rPr lang="pt-BR" b="1" dirty="0"/>
              <a:t>ID</a:t>
            </a:r>
            <a:r>
              <a:rPr lang="pt-BR" dirty="0"/>
              <a:t> armazena internamente as propriedades de tipo primitivo (`nome`, `quantidade` e `</a:t>
            </a:r>
            <a:r>
              <a:rPr lang="pt-BR" dirty="0" err="1"/>
              <a:t>preco</a:t>
            </a:r>
            <a:r>
              <a:rPr lang="pt-BR" dirty="0"/>
              <a:t>`).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 variável 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proximo_codigo</a:t>
            </a:r>
            <a:r>
              <a:rPr lang="pt-BR" dirty="0"/>
              <a:t> gerencia de forma global os incrementos e novas entradas sem colisões.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257CF7-13A9-0D98-8719-0C00C05FC3EE}"/>
              </a:ext>
            </a:extLst>
          </p:cNvPr>
          <p:cNvSpPr txBox="1"/>
          <p:nvPr/>
        </p:nvSpPr>
        <p:spPr>
          <a:xfrm>
            <a:off x="0" y="6465716"/>
            <a:ext cx="3873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Implementação da Operação </a:t>
            </a:r>
            <a:r>
              <a:rPr lang="pt-BR" dirty="0" err="1">
                <a:solidFill>
                  <a:schemeClr val="bg1"/>
                </a:solidFill>
              </a:rPr>
              <a:t>Create</a:t>
            </a:r>
            <a:endParaRPr lang="pt-BR" dirty="0">
              <a:solidFill>
                <a:schemeClr val="bg1"/>
              </a:solidFill>
            </a:endParaRP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1149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dirty="0"/>
              <a:t>6</a:t>
            </a:r>
            <a:r>
              <a:rPr dirty="0"/>
              <a:t>. CRUD: BUSCA HÍBRIDA</a:t>
            </a:r>
            <a:r>
              <a:rPr lang="pt-BR" dirty="0"/>
              <a:t> E CONSULTAS</a:t>
            </a:r>
            <a:r>
              <a:rPr dirty="0"/>
              <a:t> (READ)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08274"/>
            <a:ext cx="5747896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</a:rPr>
              <a:t>Implementação de Rotinas de Recuperação de Dados</a:t>
            </a:r>
          </a:p>
          <a:p>
            <a:br>
              <a:rPr lang="pt-BR" sz="2400" dirty="0"/>
            </a:br>
            <a:endParaRPr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rgbClr val="6EE7B7"/>
                </a:solidFill>
              </a:rPr>
              <a:t>Estratégia de Busca Multinível</a:t>
            </a:r>
          </a:p>
          <a:p>
            <a:endParaRPr lang="pt-B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Mapeamento Indexado:</a:t>
            </a:r>
            <a:r>
              <a:rPr lang="pt-BR" dirty="0"/>
              <a:t> A consulta direta por ID numérico responde na velocidade máxima do dicionário.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Varredura Linear:</a:t>
            </a:r>
            <a:r>
              <a:rPr lang="pt-BR" dirty="0"/>
              <a:t> Busca nominal estruturada usando .</a:t>
            </a:r>
            <a:r>
              <a:rPr lang="pt-BR" dirty="0" err="1"/>
              <a:t>items</a:t>
            </a:r>
            <a:r>
              <a:rPr lang="pt-BR" dirty="0"/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laço nominal é otimizado com a instrução break para encerrar a iteração imediatamente ao localizar a meta.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D0A035E-B400-3748-0FEC-1B6BAA7A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18" b="26896"/>
          <a:stretch>
            <a:fillRect/>
          </a:stretch>
        </p:blipFill>
        <p:spPr>
          <a:xfrm>
            <a:off x="172109" y="1744864"/>
            <a:ext cx="580197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E32E-D53C-380C-27B3-565F11D4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7839B1-7A41-6365-547F-CB1D87B4574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50526-3C67-53BB-5872-618433607D02}"/>
              </a:ext>
            </a:extLst>
          </p:cNvPr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874AF-E563-8785-C574-975E171A0178}"/>
              </a:ext>
            </a:extLst>
          </p:cNvPr>
          <p:cNvSpPr txBox="1"/>
          <p:nvPr/>
        </p:nvSpPr>
        <p:spPr>
          <a:xfrm>
            <a:off x="731520" y="411480"/>
            <a:ext cx="941495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sz="3200" b="1" cap="all" dirty="0"/>
              <a:t>7. CRUD: Movimentação de Quantidade (Update)</a:t>
            </a:r>
          </a:p>
          <a:p>
            <a:pPr>
              <a:defRPr sz="3200" b="1">
                <a:solidFill>
                  <a:srgbClr val="38BDF8"/>
                </a:solidFill>
              </a:defRPr>
            </a:pPr>
            <a:endParaRPr lang="pt-BR" sz="3200" b="1" cap="all" dirty="0"/>
          </a:p>
          <a:p>
            <a:pPr>
              <a:defRPr sz="3200" b="1">
                <a:solidFill>
                  <a:srgbClr val="38BDF8"/>
                </a:solidFill>
              </a:defRPr>
            </a:pPr>
            <a:endParaRPr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F7E7653-9415-506E-7533-20179358C3AB}"/>
              </a:ext>
            </a:extLst>
          </p:cNvPr>
          <p:cNvSpPr txBox="1"/>
          <p:nvPr/>
        </p:nvSpPr>
        <p:spPr>
          <a:xfrm>
            <a:off x="0" y="6465716"/>
            <a:ext cx="3873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Implementação da Operação Update</a:t>
            </a:r>
          </a:p>
          <a:p>
            <a:br>
              <a:rPr lang="pt-BR" dirty="0"/>
            </a:b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E73C3D-AE61-BE52-7D18-132A6E109828}"/>
              </a:ext>
            </a:extLst>
          </p:cNvPr>
          <p:cNvSpPr txBox="1"/>
          <p:nvPr/>
        </p:nvSpPr>
        <p:spPr>
          <a:xfrm>
            <a:off x="355021" y="2073024"/>
            <a:ext cx="5118521" cy="4392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6EE7B7"/>
                </a:solidFill>
              </a:rPr>
              <a:t>Mutação </a:t>
            </a:r>
            <a:r>
              <a:rPr lang="pt-BR" sz="2400" b="1" dirty="0" err="1">
                <a:solidFill>
                  <a:srgbClr val="6EE7B7"/>
                </a:solidFill>
              </a:rPr>
              <a:t>In-Place</a:t>
            </a:r>
            <a:r>
              <a:rPr lang="pt-BR" sz="2400" b="1" dirty="0">
                <a:solidFill>
                  <a:srgbClr val="6EE7B7"/>
                </a:solidFill>
              </a:rPr>
              <a:t> por Chave Primária</a:t>
            </a:r>
          </a:p>
          <a:p>
            <a:endParaRPr lang="pt-BR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busca pelo produto é direta a partir do ID numérico informado, operando na máxima velocidade da tabela </a:t>
            </a:r>
            <a:r>
              <a:rPr lang="pt-BR" dirty="0" err="1">
                <a:solidFill>
                  <a:schemeClr val="bg1"/>
                </a:solidFill>
              </a:rPr>
              <a:t>hash</a:t>
            </a:r>
            <a:r>
              <a:rPr lang="pt-BR" dirty="0">
                <a:solidFill>
                  <a:schemeClr val="bg1"/>
                </a:solidFill>
              </a:rPr>
              <a:t> $O(1)$.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Valida a existência do ID na coleção raiz usando o operador de associação 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</a:rPr>
              <a:t>Operador de Acumulação:</a:t>
            </a:r>
            <a:r>
              <a:rPr lang="pt-BR" dirty="0">
                <a:solidFill>
                  <a:schemeClr val="bg1"/>
                </a:solidFill>
              </a:rPr>
              <a:t> Aplica o modificador composto </a:t>
            </a:r>
            <a:r>
              <a:rPr lang="pt-BR" b="1" dirty="0">
                <a:solidFill>
                  <a:schemeClr val="bg1"/>
                </a:solidFill>
              </a:rPr>
              <a:t>+=</a:t>
            </a:r>
            <a:r>
              <a:rPr lang="pt-BR" dirty="0">
                <a:solidFill>
                  <a:schemeClr val="bg1"/>
                </a:solidFill>
              </a:rPr>
              <a:t> para somar a nova carga sem apagar o histórico físico anterior do item.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B6658CD-D759-20F0-B15F-FCA50D611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90" b="39497"/>
          <a:stretch>
            <a:fillRect/>
          </a:stretch>
        </p:blipFill>
        <p:spPr>
          <a:xfrm>
            <a:off x="5743912" y="2210679"/>
            <a:ext cx="5917145" cy="320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6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66357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dirty="0"/>
              <a:t>8</a:t>
            </a:r>
            <a:r>
              <a:rPr dirty="0"/>
              <a:t>. CRUD: EXCLUSÃO</a:t>
            </a:r>
            <a:r>
              <a:rPr lang="pt-BR" dirty="0"/>
              <a:t> DE REGISTROS</a:t>
            </a:r>
            <a:r>
              <a:rPr dirty="0"/>
              <a:t> (DELETE)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00" y="1622702"/>
            <a:ext cx="5729847" cy="306466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rgbClr val="6EE7B7"/>
                </a:solidFill>
              </a:rPr>
              <a:t>Desalocação Atômica de Memória RAM</a:t>
            </a:r>
          </a:p>
          <a:p>
            <a:pPr algn="just"/>
            <a:endParaRPr lang="pt-BR" sz="2400" b="1" dirty="0">
              <a:solidFill>
                <a:srgbClr val="6EE7B7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Utiliza o método nativo </a:t>
            </a:r>
            <a:r>
              <a:rPr lang="pt-BR" dirty="0">
                <a:solidFill>
                  <a:srgbClr val="6EE7B7"/>
                </a:solidFill>
              </a:rPr>
              <a:t>.pop(código)</a:t>
            </a:r>
            <a:r>
              <a:rPr lang="pt-BR" dirty="0">
                <a:solidFill>
                  <a:schemeClr val="bg1"/>
                </a:solidFill>
              </a:rPr>
              <a:t> das tabelas mapeadas em Python.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Remove fisicamente a chave primária informada e todos os seus dicionários internos de dados.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Garante que qualquer cálculo financeiro ou relatório logístico emitido em seguida ignore por completo o item expurgado.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A10AC52-B4FB-DA1B-BBF4-F18E3C95B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23" b="51154"/>
          <a:stretch>
            <a:fillRect/>
          </a:stretch>
        </p:blipFill>
        <p:spPr>
          <a:xfrm>
            <a:off x="6263147" y="1649741"/>
            <a:ext cx="5747181" cy="278080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31AB95A-934E-AB93-7604-76476A562C9C}"/>
              </a:ext>
            </a:extLst>
          </p:cNvPr>
          <p:cNvSpPr txBox="1"/>
          <p:nvPr/>
        </p:nvSpPr>
        <p:spPr>
          <a:xfrm>
            <a:off x="-78659" y="6548284"/>
            <a:ext cx="45031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Remoção e Limpeza Segura da Base de Dados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24868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dirty="0"/>
              <a:t>9</a:t>
            </a:r>
            <a:r>
              <a:rPr dirty="0"/>
              <a:t>. </a:t>
            </a:r>
            <a:r>
              <a:rPr lang="pt-BR" sz="3200" b="1" cap="all" dirty="0"/>
              <a:t>Lógica Condicional: Limiar de Estoque Baixo</a:t>
            </a:r>
          </a:p>
          <a:p>
            <a:pPr>
              <a:defRPr sz="3200" b="1">
                <a:solidFill>
                  <a:srgbClr val="38BDF8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923775"/>
            <a:ext cx="4783701" cy="388191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6EE7B7"/>
                </a:solidFill>
              </a:rPr>
              <a:t>Filtros por Restrição Linear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emissão do relatório logístico utiliza desvios condicionais baseados em operadores lógicos relacionais (</a:t>
            </a:r>
            <a:r>
              <a:rPr lang="pt-BR" b="1" dirty="0">
                <a:solidFill>
                  <a:schemeClr val="bg1"/>
                </a:solidFill>
              </a:rPr>
              <a:t>&lt;=</a:t>
            </a:r>
            <a:r>
              <a:rPr lang="pt-BR" dirty="0">
                <a:solidFill>
                  <a:schemeClr val="bg1"/>
                </a:solidFill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 parâmetro limiar é fixado em </a:t>
            </a:r>
            <a:r>
              <a:rPr lang="pt-BR" b="1" dirty="0">
                <a:solidFill>
                  <a:schemeClr val="bg1"/>
                </a:solidFill>
              </a:rPr>
              <a:t>10 unidades</a:t>
            </a:r>
            <a:r>
              <a:rPr lang="pt-BR" dirty="0">
                <a:solidFill>
                  <a:schemeClr val="bg1"/>
                </a:solidFill>
              </a:rPr>
              <a:t> padrão, mantendo-se parametrizável.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flag booleana de controle desvia o fluxo para exibir mensagens de conformidade caso nenhum item viole o limiar.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dirty="0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CE9410E-D910-AB61-C6D9-62934747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30"/>
          <a:stretch>
            <a:fillRect/>
          </a:stretch>
        </p:blipFill>
        <p:spPr>
          <a:xfrm>
            <a:off x="5577841" y="2193451"/>
            <a:ext cx="6368354" cy="232121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118A747-488A-9622-BD0B-E1014440998D}"/>
              </a:ext>
            </a:extLst>
          </p:cNvPr>
          <p:cNvSpPr txBox="1"/>
          <p:nvPr/>
        </p:nvSpPr>
        <p:spPr>
          <a:xfrm>
            <a:off x="-88490" y="6552802"/>
            <a:ext cx="41295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Estruturas de Tomada de Decisão e Desvios de Fluxo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17868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dirty="0"/>
              <a:t>10</a:t>
            </a:r>
            <a:r>
              <a:rPr dirty="0"/>
              <a:t>. </a:t>
            </a:r>
            <a:r>
              <a:rPr lang="pt-BR" sz="3200" b="1" cap="all" dirty="0"/>
              <a:t>Laços de Repetição e Acumuladores Financeiros</a:t>
            </a:r>
          </a:p>
          <a:p>
            <a:pPr>
              <a:defRPr sz="3200" b="1">
                <a:solidFill>
                  <a:srgbClr val="38BDF8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52861" y="1151269"/>
            <a:ext cx="4857135" cy="536141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6EE7B7"/>
                </a:solidFill>
              </a:rPr>
              <a:t>Consolidação de Patrimônio em Estoque</a:t>
            </a:r>
          </a:p>
          <a:p>
            <a:pPr algn="just"/>
            <a:endParaRPr lang="pt-BR" b="1" dirty="0">
              <a:solidFill>
                <a:srgbClr val="6EE7B7"/>
              </a:solidFill>
            </a:endParaRPr>
          </a:p>
          <a:p>
            <a:pPr algn="just">
              <a:spcBef>
                <a:spcPts val="50"/>
              </a:spcBef>
            </a:pPr>
            <a:r>
              <a:rPr lang="pt-BR" dirty="0">
                <a:solidFill>
                  <a:schemeClr val="bg1"/>
                </a:solidFill>
              </a:rPr>
              <a:t>O cálculo matemático automático do capital alocado baseia-se no conceito algorítmico de redução vetorial por acumulador:</a:t>
            </a:r>
          </a:p>
          <a:p>
            <a:pPr marL="285750" indent="-285750" algn="just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</a:rPr>
              <a:t>Expressão Geradora Compacta:</a:t>
            </a:r>
            <a:r>
              <a:rPr lang="pt-BR" dirty="0">
                <a:solidFill>
                  <a:schemeClr val="bg1"/>
                </a:solidFill>
              </a:rPr>
              <a:t> O laço percorre os subconjuntos de valores de forma implícita e veloz através de uma </a:t>
            </a:r>
            <a:r>
              <a:rPr lang="pt-BR" dirty="0" err="1">
                <a:solidFill>
                  <a:schemeClr val="bg1"/>
                </a:solidFill>
              </a:rPr>
              <a:t>generator</a:t>
            </a:r>
            <a:r>
              <a:rPr lang="pt-BR" dirty="0">
                <a:solidFill>
                  <a:schemeClr val="bg1"/>
                </a:solidFill>
              </a:rPr>
              <a:t> expression.</a:t>
            </a:r>
          </a:p>
          <a:p>
            <a:pPr marL="285750" indent="-285750" algn="just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função embarcada </a:t>
            </a:r>
            <a:r>
              <a:rPr lang="pt-BR" b="1" dirty="0">
                <a:solidFill>
                  <a:srgbClr val="6EE7B7"/>
                </a:solidFill>
              </a:rPr>
              <a:t>sum()</a:t>
            </a:r>
            <a:r>
              <a:rPr lang="pt-BR" dirty="0">
                <a:solidFill>
                  <a:schemeClr val="bg1"/>
                </a:solidFill>
              </a:rPr>
              <a:t> centraliza a responsabilidade do acumulador numérico, computando em tempo real a soma algébrica: $$\</a:t>
            </a:r>
            <a:r>
              <a:rPr lang="pt-BR" dirty="0" err="1">
                <a:solidFill>
                  <a:schemeClr val="bg1"/>
                </a:solidFill>
              </a:rPr>
              <a:t>text</a:t>
            </a:r>
            <a:r>
              <a:rPr lang="pt-BR" dirty="0">
                <a:solidFill>
                  <a:schemeClr val="bg1"/>
                </a:solidFill>
              </a:rPr>
              <a:t>{Total} = \sum_{i=1}^{n} (\</a:t>
            </a:r>
            <a:r>
              <a:rPr lang="pt-BR" dirty="0" err="1">
                <a:solidFill>
                  <a:schemeClr val="bg1"/>
                </a:solidFill>
              </a:rPr>
              <a:t>text</a:t>
            </a:r>
            <a:r>
              <a:rPr lang="pt-BR" dirty="0">
                <a:solidFill>
                  <a:schemeClr val="bg1"/>
                </a:solidFill>
              </a:rPr>
              <a:t>{Quantidade}_i \times \</a:t>
            </a:r>
            <a:r>
              <a:rPr lang="pt-BR" dirty="0" err="1">
                <a:solidFill>
                  <a:schemeClr val="bg1"/>
                </a:solidFill>
              </a:rPr>
              <a:t>text</a:t>
            </a:r>
            <a:r>
              <a:rPr lang="pt-BR" dirty="0">
                <a:solidFill>
                  <a:schemeClr val="bg1"/>
                </a:solidFill>
              </a:rPr>
              <a:t>{Preço}_i)$$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endParaRPr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F58D07D-A53C-2A80-21E2-F8703DC1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69" b="35245"/>
          <a:stretch>
            <a:fillRect/>
          </a:stretch>
        </p:blipFill>
        <p:spPr>
          <a:xfrm>
            <a:off x="5820862" y="1744833"/>
            <a:ext cx="5786487" cy="347609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E6A0343-4AEA-0B52-7723-6A8A299EBC61}"/>
              </a:ext>
            </a:extLst>
          </p:cNvPr>
          <p:cNvSpPr txBox="1"/>
          <p:nvPr/>
        </p:nvSpPr>
        <p:spPr>
          <a:xfrm>
            <a:off x="-78659" y="6446520"/>
            <a:ext cx="4857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Algoritmos Agregadores de Vetores Lógicos</a:t>
            </a:r>
          </a:p>
          <a:p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5F24-C68B-99D5-A89E-B714ED25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9C5574-DACA-7EF0-B7B0-5962020A7AF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AA62B-07AA-BF9B-758A-C0284FADFF3C}"/>
              </a:ext>
            </a:extLst>
          </p:cNvPr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4CD8D-FF10-72C1-B81D-DC09515FBB0E}"/>
              </a:ext>
            </a:extLst>
          </p:cNvPr>
          <p:cNvSpPr txBox="1"/>
          <p:nvPr/>
        </p:nvSpPr>
        <p:spPr>
          <a:xfrm>
            <a:off x="731520" y="512505"/>
            <a:ext cx="92497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sz="3200" b="1" cap="all" dirty="0"/>
              <a:t>11. Interface de Usuário e Menu em Loop </a:t>
            </a:r>
            <a:r>
              <a:rPr lang="pt-BR" sz="3200" b="1" cap="all" dirty="0" err="1"/>
              <a:t>While</a:t>
            </a:r>
            <a:endParaRPr lang="pt-BR" sz="3200" b="1" cap="all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570E27-7D7A-9BD0-971D-8DEFEEB2C67B}"/>
              </a:ext>
            </a:extLst>
          </p:cNvPr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rgbClr val="6EE7B7"/>
                </a:solidFill>
              </a:rPr>
              <a:t>Persistência Lógica e Máquina de Estados</a:t>
            </a:r>
          </a:p>
          <a:p>
            <a:endParaRPr lang="pt-B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instrução de loop infinito </a:t>
            </a:r>
            <a:r>
              <a:rPr lang="pt-BR" b="1" dirty="0" err="1">
                <a:solidFill>
                  <a:srgbClr val="6EE7B7"/>
                </a:solidFill>
              </a:rPr>
              <a:t>while</a:t>
            </a:r>
            <a:r>
              <a:rPr lang="pt-BR" b="1" dirty="0">
                <a:solidFill>
                  <a:srgbClr val="6EE7B7"/>
                </a:solidFill>
              </a:rPr>
              <a:t> </a:t>
            </a:r>
            <a:r>
              <a:rPr lang="pt-BR" b="1" dirty="0" err="1">
                <a:solidFill>
                  <a:srgbClr val="6EE7B7"/>
                </a:solidFill>
              </a:rPr>
              <a:t>True</a:t>
            </a:r>
            <a:r>
              <a:rPr lang="pt-BR" b="1" dirty="0">
                <a:solidFill>
                  <a:srgbClr val="6EE7B7"/>
                </a:solidFill>
              </a:rPr>
              <a:t> </a:t>
            </a:r>
            <a:r>
              <a:rPr lang="pt-BR" dirty="0"/>
              <a:t>mantém a sessão de balcão ativa por tempo indeterminado, preservando o programa em memória.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Direciona tarefas via despacho centralizado guiado por blocos encadeados </a:t>
            </a:r>
            <a:r>
              <a:rPr lang="pt-BR" dirty="0" err="1">
                <a:solidFill>
                  <a:srgbClr val="6EE7B7"/>
                </a:solidFill>
              </a:rPr>
              <a:t>if-elif-else</a:t>
            </a:r>
            <a:r>
              <a:rPr lang="pt-BR" dirty="0">
                <a:solidFill>
                  <a:srgbClr val="6EE7B7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cláusula </a:t>
            </a:r>
            <a:r>
              <a:rPr lang="pt-BR" b="1" dirty="0">
                <a:solidFill>
                  <a:srgbClr val="6EE7B7"/>
                </a:solidFill>
              </a:rPr>
              <a:t>break</a:t>
            </a:r>
            <a:r>
              <a:rPr lang="pt-BR" dirty="0"/>
              <a:t> interrompe a persistência e encerra o processo de forma limpa.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4FB3756-F611-F348-B345-45D2CC0AD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75"/>
          <a:stretch>
            <a:fillRect/>
          </a:stretch>
        </p:blipFill>
        <p:spPr>
          <a:xfrm>
            <a:off x="146304" y="3049967"/>
            <a:ext cx="5827777" cy="205032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AFBE2A5-36C7-C1F6-B58E-AE234D4766B4}"/>
              </a:ext>
            </a:extLst>
          </p:cNvPr>
          <p:cNvSpPr txBox="1"/>
          <p:nvPr/>
        </p:nvSpPr>
        <p:spPr>
          <a:xfrm>
            <a:off x="-68826" y="6562098"/>
            <a:ext cx="52110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Orquestração de Sessão em Linha de Comando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998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CE70D-27D3-0937-837A-A6A7F33C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1110B-C8D1-DF42-2790-EA673E15E23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DB9CBD-EFA2-485D-054F-911E5E9F9262}"/>
              </a:ext>
            </a:extLst>
          </p:cNvPr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25A56-EBFF-619E-18A7-CF4146A00341}"/>
              </a:ext>
            </a:extLst>
          </p:cNvPr>
          <p:cNvSpPr txBox="1"/>
          <p:nvPr/>
        </p:nvSpPr>
        <p:spPr>
          <a:xfrm>
            <a:off x="731520" y="411480"/>
            <a:ext cx="91791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38BDF8"/>
                </a:solidFill>
              </a:rPr>
              <a:t>12. INTELIGÊNCIA ARTIFICIAL: SISTEMA ESPECIALISTA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FC4C1E-C274-E399-0966-3E996E9B4CD1}"/>
              </a:ext>
            </a:extLst>
          </p:cNvPr>
          <p:cNvSpPr/>
          <p:nvPr/>
        </p:nvSpPr>
        <p:spPr>
          <a:xfrm>
            <a:off x="318565" y="1557430"/>
            <a:ext cx="53035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rgbClr val="6EE7B7"/>
                </a:solidFill>
              </a:rPr>
              <a:t>Tomada de Decisão Baseada em Regras</a:t>
            </a:r>
          </a:p>
          <a:p>
            <a:endParaRPr lang="pt-BR" b="1" dirty="0"/>
          </a:p>
          <a:p>
            <a:r>
              <a:rPr lang="pt-BR" dirty="0"/>
              <a:t>O módulo analítico de sugestões de compra (Opção 8) adota as diretrizes clássicas da </a:t>
            </a:r>
            <a:r>
              <a:rPr lang="pt-BR" b="1" dirty="0"/>
              <a:t>IA Simbólica</a:t>
            </a:r>
            <a:r>
              <a:rPr lang="pt-BR" dirty="0"/>
              <a:t>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Estrutura uma árvore de decisão determinística alimentada por condicionais lineares encadeados.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Métrica Cruzada:</a:t>
            </a:r>
            <a:r>
              <a:rPr lang="pt-BR" dirty="0"/>
              <a:t> Cruza riscos físicos de gôndola (estoque crítico $\</a:t>
            </a:r>
            <a:r>
              <a:rPr lang="pt-BR" dirty="0" err="1"/>
              <a:t>le</a:t>
            </a:r>
            <a:r>
              <a:rPr lang="pt-BR" dirty="0"/>
              <a:t> 5$) com indicadores de capital retido ($&gt; R\$ 500,00$), blindando a liquidez do negócio.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DC2452-9A32-0351-CBF3-118ECAA1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24" y="2458065"/>
            <a:ext cx="5609821" cy="162232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77C6B2B-11F7-4712-179B-4952F24A67CE}"/>
              </a:ext>
            </a:extLst>
          </p:cNvPr>
          <p:cNvSpPr txBox="1"/>
          <p:nvPr/>
        </p:nvSpPr>
        <p:spPr>
          <a:xfrm>
            <a:off x="-133828" y="6518787"/>
            <a:ext cx="5454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Motores de Inferência Analítica e Regras de Negócio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3005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634C4-89C3-7E5C-1B7A-E8A847C3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BE87A5-B62C-3DAF-027A-226674B1461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FB845D-6017-E31A-50C3-C5FE4EBFE52E}"/>
              </a:ext>
            </a:extLst>
          </p:cNvPr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115EB-37D3-6421-5B14-721ED22D60C1}"/>
              </a:ext>
            </a:extLst>
          </p:cNvPr>
          <p:cNvSpPr txBox="1"/>
          <p:nvPr/>
        </p:nvSpPr>
        <p:spPr>
          <a:xfrm>
            <a:off x="731520" y="411480"/>
            <a:ext cx="955302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sz="3200" b="1" dirty="0">
                <a:solidFill>
                  <a:srgbClr val="38BDF8"/>
                </a:solidFill>
              </a:rPr>
              <a:t>13</a:t>
            </a:r>
            <a:r>
              <a:rPr sz="3200" b="1" dirty="0">
                <a:solidFill>
                  <a:srgbClr val="38BDF8"/>
                </a:solidFill>
              </a:rPr>
              <a:t>.</a:t>
            </a:r>
            <a:r>
              <a:rPr lang="pt-BR" sz="3200" b="1" dirty="0">
                <a:solidFill>
                  <a:srgbClr val="38BDF8"/>
                </a:solidFill>
              </a:rPr>
              <a:t> GOVERNANÇA DE CÓDIGO NO GITHUB</a:t>
            </a:r>
          </a:p>
          <a:p>
            <a:br>
              <a:rPr lang="pt-BR" dirty="0">
                <a:highlight>
                  <a:srgbClr val="1E293B"/>
                </a:highlight>
              </a:rPr>
            </a:br>
            <a:endParaRPr dirty="0">
              <a:highlight>
                <a:srgbClr val="1E293B"/>
              </a:highlight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D3FD246-397A-A3B8-729A-8E6035859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38" b="18301"/>
          <a:stretch>
            <a:fillRect/>
          </a:stretch>
        </p:blipFill>
        <p:spPr>
          <a:xfrm>
            <a:off x="664661" y="2658056"/>
            <a:ext cx="10774293" cy="19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96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B43D8-EC86-B873-E530-342A97E4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530738-5A00-78A5-926F-DBA60B17E05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F6CC1-5E3A-7817-F775-1D5F2924478A}"/>
              </a:ext>
            </a:extLst>
          </p:cNvPr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BFD96-3BAF-7588-DDE1-04F86BE47B15}"/>
              </a:ext>
            </a:extLst>
          </p:cNvPr>
          <p:cNvSpPr txBox="1"/>
          <p:nvPr/>
        </p:nvSpPr>
        <p:spPr>
          <a:xfrm>
            <a:off x="731520" y="411480"/>
            <a:ext cx="65364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rPr lang="pt-BR" sz="3200" b="1" cap="all" dirty="0"/>
              <a:t>14. Conclusões Finais do Projeto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44168-337F-C350-6876-672257CDBD12}"/>
              </a:ext>
            </a:extLst>
          </p:cNvPr>
          <p:cNvSpPr txBox="1"/>
          <p:nvPr/>
        </p:nvSpPr>
        <p:spPr>
          <a:xfrm>
            <a:off x="731520" y="1645920"/>
            <a:ext cx="5029200" cy="153233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</a:defRPr>
            </a:pPr>
            <a:r>
              <a:rPr lang="pt-BR" sz="2400" b="1" dirty="0">
                <a:solidFill>
                  <a:srgbClr val="A7F3D0"/>
                </a:solidFill>
              </a:rPr>
              <a:t>Resultados</a:t>
            </a:r>
            <a:r>
              <a:rPr lang="pt-BR" sz="2400" dirty="0"/>
              <a:t> </a:t>
            </a:r>
            <a:r>
              <a:rPr lang="pt-BR" sz="2400" b="1" dirty="0">
                <a:solidFill>
                  <a:srgbClr val="A7F3D0"/>
                </a:solidFill>
              </a:rPr>
              <a:t>Logísticos</a:t>
            </a:r>
          </a:p>
          <a:p>
            <a:pPr algn="just">
              <a:defRPr sz="2000">
                <a:solidFill>
                  <a:srgbClr val="CBD5E1"/>
                </a:solidFill>
              </a:defRPr>
            </a:pPr>
            <a:r>
              <a:rPr lang="pt-BR" sz="2000" dirty="0">
                <a:solidFill>
                  <a:schemeClr val="bg1"/>
                </a:solidFill>
              </a:rPr>
              <a:t>O sistema mitiga falhas  de preenchimento  e mapeia  instantaneamente o estoque em nível crítico de desabastecimento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20BA7E-81A4-E47A-7046-3DFB7F6D1666}"/>
              </a:ext>
            </a:extLst>
          </p:cNvPr>
          <p:cNvSpPr/>
          <p:nvPr/>
        </p:nvSpPr>
        <p:spPr>
          <a:xfrm>
            <a:off x="6035040" y="2458064"/>
            <a:ext cx="5425440" cy="234007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Rigor Acadêmico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dirty="0"/>
              <a:t>O projeto valida a aplicação prática dos conceitos fundamentais de desenvolvimento (Operações CRUD, tabelas </a:t>
            </a:r>
            <a:r>
              <a:rPr lang="pt-BR" dirty="0" err="1"/>
              <a:t>hash</a:t>
            </a:r>
            <a:r>
              <a:rPr lang="pt-BR" dirty="0"/>
              <a:t> e lógica simbólica) aplicados em um arranjo produtivo regional.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C46177D-4FB4-05E9-429A-43FE70360F04}"/>
              </a:ext>
            </a:extLst>
          </p:cNvPr>
          <p:cNvSpPr txBox="1"/>
          <p:nvPr/>
        </p:nvSpPr>
        <p:spPr>
          <a:xfrm>
            <a:off x="731520" y="3399688"/>
            <a:ext cx="5029200" cy="187285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</a:defRPr>
            </a:pPr>
            <a:r>
              <a:rPr lang="pt-BR" sz="2400" b="1" dirty="0">
                <a:solidFill>
                  <a:srgbClr val="38BDF8"/>
                </a:solidFill>
              </a:rPr>
              <a:t>Proteção</a:t>
            </a:r>
            <a:r>
              <a:rPr lang="pt-BR" sz="2400" b="1" dirty="0">
                <a:solidFill>
                  <a:srgbClr val="A7F3D0"/>
                </a:solidFill>
              </a:rPr>
              <a:t> </a:t>
            </a:r>
            <a:r>
              <a:rPr lang="pt-BR" sz="2400" b="1" dirty="0">
                <a:solidFill>
                  <a:srgbClr val="38BDF8"/>
                </a:solidFill>
              </a:rPr>
              <a:t>De Liquidez</a:t>
            </a:r>
          </a:p>
          <a:p>
            <a:pPr algn="just">
              <a:defRPr sz="2000">
                <a:solidFill>
                  <a:srgbClr val="CBD5E1"/>
                </a:solidFill>
              </a:defRPr>
            </a:pPr>
            <a:r>
              <a:rPr lang="pt-BR" sz="2000" dirty="0">
                <a:solidFill>
                  <a:schemeClr val="bg1"/>
                </a:solidFill>
              </a:rPr>
              <a:t>A árvore de decisão da IA impede o acúmulo desnecessário de capital estagnado, balanceando o fluxo de caixa do pequeno feirante.</a:t>
            </a:r>
            <a:endParaRPr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526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A7F3D0"/>
                </a:solidFill>
              </a:defRPr>
            </a:pPr>
            <a:r>
              <a:t>MUITO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1084</Words>
  <Application>Microsoft Office PowerPoint</Application>
  <PresentationFormat>Widescreen</PresentationFormat>
  <Paragraphs>129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Glleydson Meirelles Da Silva</cp:lastModifiedBy>
  <cp:revision>2</cp:revision>
  <dcterms:created xsi:type="dcterms:W3CDTF">2013-01-27T09:14:16Z</dcterms:created>
  <dcterms:modified xsi:type="dcterms:W3CDTF">2026-06-30T20:59:02Z</dcterms:modified>
  <cp:category/>
</cp:coreProperties>
</file>